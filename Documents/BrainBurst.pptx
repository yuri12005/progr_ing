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40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50" b="0" i="0">
                <a:solidFill>
                  <a:srgbClr val="5353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61654D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50" b="0" i="0">
                <a:solidFill>
                  <a:srgbClr val="5353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61654D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50" b="0" i="0">
                <a:solidFill>
                  <a:srgbClr val="5353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50" b="0" i="0">
                <a:solidFill>
                  <a:srgbClr val="5353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09678"/>
            <a:ext cx="2829560" cy="3877945"/>
          </a:xfrm>
          <a:custGeom>
            <a:avLst/>
            <a:gdLst/>
            <a:ahLst/>
            <a:cxnLst/>
            <a:rect l="l" t="t" r="r" b="b"/>
            <a:pathLst>
              <a:path w="2829560" h="3877945">
                <a:moveTo>
                  <a:pt x="2278685" y="3427247"/>
                </a:moveTo>
                <a:lnTo>
                  <a:pt x="1791123" y="3877320"/>
                </a:lnTo>
                <a:lnTo>
                  <a:pt x="0" y="3877321"/>
                </a:lnTo>
                <a:lnTo>
                  <a:pt x="0" y="165564"/>
                </a:lnTo>
                <a:lnTo>
                  <a:pt x="1524" y="165100"/>
                </a:lnTo>
                <a:lnTo>
                  <a:pt x="43566" y="139700"/>
                </a:lnTo>
                <a:lnTo>
                  <a:pt x="388845" y="38099"/>
                </a:lnTo>
                <a:lnTo>
                  <a:pt x="432865" y="38100"/>
                </a:lnTo>
                <a:lnTo>
                  <a:pt x="477018" y="25399"/>
                </a:lnTo>
                <a:lnTo>
                  <a:pt x="1143627" y="25400"/>
                </a:lnTo>
                <a:lnTo>
                  <a:pt x="1274969" y="63500"/>
                </a:lnTo>
                <a:lnTo>
                  <a:pt x="1318384" y="63500"/>
                </a:lnTo>
                <a:lnTo>
                  <a:pt x="1404564" y="88900"/>
                </a:lnTo>
                <a:lnTo>
                  <a:pt x="1447294" y="114300"/>
                </a:lnTo>
                <a:lnTo>
                  <a:pt x="1573836" y="152400"/>
                </a:lnTo>
                <a:lnTo>
                  <a:pt x="1615411" y="177800"/>
                </a:lnTo>
                <a:lnTo>
                  <a:pt x="1656653" y="190500"/>
                </a:lnTo>
                <a:lnTo>
                  <a:pt x="1697546" y="215900"/>
                </a:lnTo>
                <a:lnTo>
                  <a:pt x="1738072" y="228600"/>
                </a:lnTo>
                <a:lnTo>
                  <a:pt x="1857281" y="304800"/>
                </a:lnTo>
                <a:lnTo>
                  <a:pt x="1934604" y="355600"/>
                </a:lnTo>
                <a:lnTo>
                  <a:pt x="2010048" y="406400"/>
                </a:lnTo>
                <a:lnTo>
                  <a:pt x="2083473" y="457200"/>
                </a:lnTo>
                <a:lnTo>
                  <a:pt x="2119386" y="495300"/>
                </a:lnTo>
                <a:lnTo>
                  <a:pt x="2154743" y="520700"/>
                </a:lnTo>
                <a:lnTo>
                  <a:pt x="2189527" y="558800"/>
                </a:lnTo>
                <a:lnTo>
                  <a:pt x="2223719" y="584200"/>
                </a:lnTo>
                <a:lnTo>
                  <a:pt x="2257304" y="622300"/>
                </a:lnTo>
                <a:lnTo>
                  <a:pt x="2290264" y="660400"/>
                </a:lnTo>
                <a:lnTo>
                  <a:pt x="2322407" y="685800"/>
                </a:lnTo>
                <a:lnTo>
                  <a:pt x="2353556" y="723900"/>
                </a:lnTo>
                <a:lnTo>
                  <a:pt x="2383711" y="762000"/>
                </a:lnTo>
                <a:lnTo>
                  <a:pt x="2412872" y="800100"/>
                </a:lnTo>
                <a:lnTo>
                  <a:pt x="2441040" y="838200"/>
                </a:lnTo>
                <a:lnTo>
                  <a:pt x="2468216" y="876300"/>
                </a:lnTo>
                <a:lnTo>
                  <a:pt x="2494401" y="914400"/>
                </a:lnTo>
                <a:lnTo>
                  <a:pt x="2519595" y="952500"/>
                </a:lnTo>
                <a:lnTo>
                  <a:pt x="2543798" y="990600"/>
                </a:lnTo>
                <a:lnTo>
                  <a:pt x="2567013" y="1028700"/>
                </a:lnTo>
                <a:lnTo>
                  <a:pt x="2589239" y="1079500"/>
                </a:lnTo>
                <a:lnTo>
                  <a:pt x="2610476" y="1117600"/>
                </a:lnTo>
                <a:lnTo>
                  <a:pt x="2630727" y="1155700"/>
                </a:lnTo>
                <a:lnTo>
                  <a:pt x="2649991" y="1193800"/>
                </a:lnTo>
                <a:lnTo>
                  <a:pt x="2668269" y="1244600"/>
                </a:lnTo>
                <a:lnTo>
                  <a:pt x="2685561" y="1282700"/>
                </a:lnTo>
                <a:lnTo>
                  <a:pt x="2701869" y="1320800"/>
                </a:lnTo>
                <a:lnTo>
                  <a:pt x="2717194" y="1371600"/>
                </a:lnTo>
                <a:lnTo>
                  <a:pt x="2731535" y="1409700"/>
                </a:lnTo>
                <a:lnTo>
                  <a:pt x="2744893" y="1447800"/>
                </a:lnTo>
                <a:lnTo>
                  <a:pt x="2757270" y="1498600"/>
                </a:lnTo>
                <a:lnTo>
                  <a:pt x="2768666" y="1536700"/>
                </a:lnTo>
                <a:lnTo>
                  <a:pt x="2779081" y="1587500"/>
                </a:lnTo>
                <a:lnTo>
                  <a:pt x="2788517" y="1625600"/>
                </a:lnTo>
                <a:lnTo>
                  <a:pt x="2796973" y="1676400"/>
                </a:lnTo>
                <a:lnTo>
                  <a:pt x="2804451" y="1714500"/>
                </a:lnTo>
                <a:lnTo>
                  <a:pt x="2810952" y="1765300"/>
                </a:lnTo>
                <a:lnTo>
                  <a:pt x="2816475" y="1803400"/>
                </a:lnTo>
                <a:lnTo>
                  <a:pt x="2821023" y="1854200"/>
                </a:lnTo>
                <a:lnTo>
                  <a:pt x="2824594" y="1892300"/>
                </a:lnTo>
                <a:lnTo>
                  <a:pt x="2827191" y="1943100"/>
                </a:lnTo>
                <a:lnTo>
                  <a:pt x="2828814" y="1981200"/>
                </a:lnTo>
                <a:lnTo>
                  <a:pt x="2829463" y="2032000"/>
                </a:lnTo>
                <a:lnTo>
                  <a:pt x="2829139" y="2070100"/>
                </a:lnTo>
                <a:lnTo>
                  <a:pt x="2827843" y="2120900"/>
                </a:lnTo>
                <a:lnTo>
                  <a:pt x="2822338" y="2209800"/>
                </a:lnTo>
                <a:lnTo>
                  <a:pt x="2818130" y="2247900"/>
                </a:lnTo>
                <a:lnTo>
                  <a:pt x="2812952" y="2298700"/>
                </a:lnTo>
                <a:lnTo>
                  <a:pt x="2806806" y="2336800"/>
                </a:lnTo>
                <a:lnTo>
                  <a:pt x="2799692" y="2387600"/>
                </a:lnTo>
                <a:lnTo>
                  <a:pt x="2791610" y="2425700"/>
                </a:lnTo>
                <a:lnTo>
                  <a:pt x="2782562" y="2463800"/>
                </a:lnTo>
                <a:lnTo>
                  <a:pt x="2772548" y="2514600"/>
                </a:lnTo>
                <a:lnTo>
                  <a:pt x="2761569" y="2552700"/>
                </a:lnTo>
                <a:lnTo>
                  <a:pt x="2749625" y="2603500"/>
                </a:lnTo>
                <a:lnTo>
                  <a:pt x="2736717" y="2641600"/>
                </a:lnTo>
                <a:lnTo>
                  <a:pt x="2722846" y="2679700"/>
                </a:lnTo>
                <a:lnTo>
                  <a:pt x="2708013" y="2730500"/>
                </a:lnTo>
                <a:lnTo>
                  <a:pt x="2692217" y="2768600"/>
                </a:lnTo>
                <a:lnTo>
                  <a:pt x="2675461" y="2806700"/>
                </a:lnTo>
                <a:lnTo>
                  <a:pt x="2657744" y="2857500"/>
                </a:lnTo>
                <a:lnTo>
                  <a:pt x="2639068" y="2895600"/>
                </a:lnTo>
                <a:lnTo>
                  <a:pt x="2619432" y="2933700"/>
                </a:lnTo>
                <a:lnTo>
                  <a:pt x="2598838" y="2971800"/>
                </a:lnTo>
                <a:lnTo>
                  <a:pt x="2577287" y="3022600"/>
                </a:lnTo>
                <a:lnTo>
                  <a:pt x="2554778" y="3060700"/>
                </a:lnTo>
                <a:lnTo>
                  <a:pt x="2531314" y="3098800"/>
                </a:lnTo>
                <a:lnTo>
                  <a:pt x="2506893" y="3136900"/>
                </a:lnTo>
                <a:lnTo>
                  <a:pt x="2481518" y="3175000"/>
                </a:lnTo>
                <a:lnTo>
                  <a:pt x="2455189" y="3213100"/>
                </a:lnTo>
                <a:lnTo>
                  <a:pt x="2427906" y="3251200"/>
                </a:lnTo>
                <a:lnTo>
                  <a:pt x="2399670" y="3289300"/>
                </a:lnTo>
                <a:lnTo>
                  <a:pt x="2340342" y="3352800"/>
                </a:lnTo>
                <a:lnTo>
                  <a:pt x="2309252" y="3390900"/>
                </a:lnTo>
                <a:lnTo>
                  <a:pt x="2278685" y="3427247"/>
                </a:lnTo>
                <a:close/>
              </a:path>
              <a:path w="2829560" h="3877945">
                <a:moveTo>
                  <a:pt x="1099539" y="25400"/>
                </a:moveTo>
                <a:lnTo>
                  <a:pt x="521288" y="25400"/>
                </a:lnTo>
                <a:lnTo>
                  <a:pt x="565657" y="12699"/>
                </a:lnTo>
                <a:lnTo>
                  <a:pt x="1055325" y="12700"/>
                </a:lnTo>
                <a:lnTo>
                  <a:pt x="1099539" y="25400"/>
                </a:lnTo>
                <a:close/>
              </a:path>
              <a:path w="2829560" h="3877945">
                <a:moveTo>
                  <a:pt x="966593" y="12700"/>
                </a:moveTo>
                <a:lnTo>
                  <a:pt x="654623" y="12700"/>
                </a:lnTo>
                <a:lnTo>
                  <a:pt x="699186" y="0"/>
                </a:lnTo>
                <a:lnTo>
                  <a:pt x="922108" y="0"/>
                </a:lnTo>
                <a:lnTo>
                  <a:pt x="966593" y="12700"/>
                </a:lnTo>
                <a:close/>
              </a:path>
              <a:path w="2829560" h="3877945">
                <a:moveTo>
                  <a:pt x="2370482" y="3327400"/>
                </a:moveTo>
                <a:lnTo>
                  <a:pt x="2340342" y="3352800"/>
                </a:lnTo>
                <a:lnTo>
                  <a:pt x="2376818" y="3319128"/>
                </a:lnTo>
                <a:lnTo>
                  <a:pt x="2370482" y="332740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27566" y="9607320"/>
            <a:ext cx="2080260" cy="680085"/>
          </a:xfrm>
          <a:custGeom>
            <a:avLst/>
            <a:gdLst/>
            <a:ahLst/>
            <a:cxnLst/>
            <a:rect l="l" t="t" r="r" b="b"/>
            <a:pathLst>
              <a:path w="2080260" h="680084">
                <a:moveTo>
                  <a:pt x="2080210" y="679678"/>
                </a:moveTo>
                <a:lnTo>
                  <a:pt x="0" y="679678"/>
                </a:lnTo>
                <a:lnTo>
                  <a:pt x="447578" y="266514"/>
                </a:lnTo>
                <a:lnTo>
                  <a:pt x="484142" y="234339"/>
                </a:lnTo>
                <a:lnTo>
                  <a:pt x="521814" y="204247"/>
                </a:lnTo>
                <a:lnTo>
                  <a:pt x="560521" y="176234"/>
                </a:lnTo>
                <a:lnTo>
                  <a:pt x="600188" y="150299"/>
                </a:lnTo>
                <a:lnTo>
                  <a:pt x="640740" y="126438"/>
                </a:lnTo>
                <a:lnTo>
                  <a:pt x="682104" y="104648"/>
                </a:lnTo>
                <a:lnTo>
                  <a:pt x="724205" y="84926"/>
                </a:lnTo>
                <a:lnTo>
                  <a:pt x="766968" y="67269"/>
                </a:lnTo>
                <a:lnTo>
                  <a:pt x="810320" y="51674"/>
                </a:lnTo>
                <a:lnTo>
                  <a:pt x="854185" y="38138"/>
                </a:lnTo>
                <a:lnTo>
                  <a:pt x="898489" y="26659"/>
                </a:lnTo>
                <a:lnTo>
                  <a:pt x="943158" y="17232"/>
                </a:lnTo>
                <a:lnTo>
                  <a:pt x="988118" y="9856"/>
                </a:lnTo>
                <a:lnTo>
                  <a:pt x="1033295" y="4527"/>
                </a:lnTo>
                <a:lnTo>
                  <a:pt x="1078612" y="1243"/>
                </a:lnTo>
                <a:lnTo>
                  <a:pt x="1123998" y="0"/>
                </a:lnTo>
                <a:lnTo>
                  <a:pt x="1169376" y="794"/>
                </a:lnTo>
                <a:lnTo>
                  <a:pt x="1214673" y="3625"/>
                </a:lnTo>
                <a:lnTo>
                  <a:pt x="1259814" y="8488"/>
                </a:lnTo>
                <a:lnTo>
                  <a:pt x="1304725" y="15380"/>
                </a:lnTo>
                <a:lnTo>
                  <a:pt x="1349332" y="24298"/>
                </a:lnTo>
                <a:lnTo>
                  <a:pt x="1393559" y="35240"/>
                </a:lnTo>
                <a:lnTo>
                  <a:pt x="1437334" y="48203"/>
                </a:lnTo>
                <a:lnTo>
                  <a:pt x="1480580" y="63183"/>
                </a:lnTo>
                <a:lnTo>
                  <a:pt x="1523225" y="80177"/>
                </a:lnTo>
                <a:lnTo>
                  <a:pt x="1565193" y="99183"/>
                </a:lnTo>
                <a:lnTo>
                  <a:pt x="1606410" y="120198"/>
                </a:lnTo>
                <a:lnTo>
                  <a:pt x="1646802" y="143218"/>
                </a:lnTo>
                <a:lnTo>
                  <a:pt x="1686294" y="168241"/>
                </a:lnTo>
                <a:lnTo>
                  <a:pt x="1724812" y="195264"/>
                </a:lnTo>
                <a:lnTo>
                  <a:pt x="1762282" y="224283"/>
                </a:lnTo>
                <a:lnTo>
                  <a:pt x="1798629" y="255296"/>
                </a:lnTo>
                <a:lnTo>
                  <a:pt x="1833778" y="288300"/>
                </a:lnTo>
                <a:lnTo>
                  <a:pt x="1867657" y="323291"/>
                </a:lnTo>
                <a:lnTo>
                  <a:pt x="1899831" y="359855"/>
                </a:lnTo>
                <a:lnTo>
                  <a:pt x="1929923" y="397527"/>
                </a:lnTo>
                <a:lnTo>
                  <a:pt x="1957936" y="436234"/>
                </a:lnTo>
                <a:lnTo>
                  <a:pt x="1983871" y="475901"/>
                </a:lnTo>
                <a:lnTo>
                  <a:pt x="2007732" y="516453"/>
                </a:lnTo>
                <a:lnTo>
                  <a:pt x="2029522" y="557817"/>
                </a:lnTo>
                <a:lnTo>
                  <a:pt x="2049244" y="599918"/>
                </a:lnTo>
                <a:lnTo>
                  <a:pt x="2066901" y="642681"/>
                </a:lnTo>
                <a:lnTo>
                  <a:pt x="2080210" y="679678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335116" y="0"/>
            <a:ext cx="1953260" cy="4264025"/>
          </a:xfrm>
          <a:custGeom>
            <a:avLst/>
            <a:gdLst/>
            <a:ahLst/>
            <a:cxnLst/>
            <a:rect l="l" t="t" r="r" b="b"/>
            <a:pathLst>
              <a:path w="1953259" h="4264025">
                <a:moveTo>
                  <a:pt x="1264337" y="0"/>
                </a:moveTo>
                <a:lnTo>
                  <a:pt x="594022" y="618774"/>
                </a:lnTo>
                <a:lnTo>
                  <a:pt x="627399" y="580674"/>
                </a:lnTo>
                <a:lnTo>
                  <a:pt x="661681" y="542574"/>
                </a:lnTo>
                <a:lnTo>
                  <a:pt x="696866" y="517174"/>
                </a:lnTo>
                <a:lnTo>
                  <a:pt x="1257118" y="0"/>
                </a:lnTo>
                <a:lnTo>
                  <a:pt x="1264337" y="0"/>
                </a:lnTo>
                <a:close/>
              </a:path>
              <a:path w="1953259" h="4264025">
                <a:moveTo>
                  <a:pt x="1257118" y="0"/>
                </a:moveTo>
                <a:lnTo>
                  <a:pt x="696866" y="517174"/>
                </a:lnTo>
                <a:lnTo>
                  <a:pt x="1255624" y="0"/>
                </a:lnTo>
                <a:lnTo>
                  <a:pt x="1257118" y="0"/>
                </a:lnTo>
                <a:close/>
              </a:path>
              <a:path w="1953259" h="4264025">
                <a:moveTo>
                  <a:pt x="1952885" y="4250975"/>
                </a:moveTo>
                <a:lnTo>
                  <a:pt x="1855825" y="4250975"/>
                </a:lnTo>
                <a:lnTo>
                  <a:pt x="1811352" y="4238275"/>
                </a:lnTo>
                <a:lnTo>
                  <a:pt x="1767010" y="4238275"/>
                </a:lnTo>
                <a:lnTo>
                  <a:pt x="1376360" y="4123975"/>
                </a:lnTo>
                <a:lnTo>
                  <a:pt x="1334176" y="4098575"/>
                </a:lnTo>
                <a:lnTo>
                  <a:pt x="1250729" y="4073175"/>
                </a:lnTo>
                <a:lnTo>
                  <a:pt x="1168611" y="4022375"/>
                </a:lnTo>
                <a:lnTo>
                  <a:pt x="1128090" y="4009675"/>
                </a:lnTo>
                <a:lnTo>
                  <a:pt x="1008864" y="3933475"/>
                </a:lnTo>
                <a:lnTo>
                  <a:pt x="931484" y="3882675"/>
                </a:lnTo>
                <a:lnTo>
                  <a:pt x="855931" y="3831875"/>
                </a:lnTo>
                <a:lnTo>
                  <a:pt x="818878" y="3806475"/>
                </a:lnTo>
                <a:lnTo>
                  <a:pt x="782330" y="3768375"/>
                </a:lnTo>
                <a:lnTo>
                  <a:pt x="746300" y="3742975"/>
                </a:lnTo>
                <a:lnTo>
                  <a:pt x="710806" y="3704875"/>
                </a:lnTo>
                <a:lnTo>
                  <a:pt x="683844" y="3685277"/>
                </a:lnTo>
                <a:lnTo>
                  <a:pt x="485808" y="3470746"/>
                </a:lnTo>
                <a:lnTo>
                  <a:pt x="450484" y="3425475"/>
                </a:lnTo>
                <a:lnTo>
                  <a:pt x="421852" y="3387375"/>
                </a:lnTo>
                <a:lnTo>
                  <a:pt x="394166" y="3349275"/>
                </a:lnTo>
                <a:lnTo>
                  <a:pt x="367425" y="3311175"/>
                </a:lnTo>
                <a:lnTo>
                  <a:pt x="341629" y="3273075"/>
                </a:lnTo>
                <a:lnTo>
                  <a:pt x="316777" y="3234975"/>
                </a:lnTo>
                <a:lnTo>
                  <a:pt x="292869" y="3196875"/>
                </a:lnTo>
                <a:lnTo>
                  <a:pt x="269904" y="3146075"/>
                </a:lnTo>
                <a:lnTo>
                  <a:pt x="247881" y="3107975"/>
                </a:lnTo>
                <a:lnTo>
                  <a:pt x="226800" y="3069875"/>
                </a:lnTo>
                <a:lnTo>
                  <a:pt x="206660" y="3031775"/>
                </a:lnTo>
                <a:lnTo>
                  <a:pt x="187460" y="2980975"/>
                </a:lnTo>
                <a:lnTo>
                  <a:pt x="169200" y="2942875"/>
                </a:lnTo>
                <a:lnTo>
                  <a:pt x="151880" y="2904775"/>
                </a:lnTo>
                <a:lnTo>
                  <a:pt x="135497" y="2853975"/>
                </a:lnTo>
                <a:lnTo>
                  <a:pt x="120053" y="2815875"/>
                </a:lnTo>
                <a:lnTo>
                  <a:pt x="105546" y="2777775"/>
                </a:lnTo>
                <a:lnTo>
                  <a:pt x="91976" y="2726975"/>
                </a:lnTo>
                <a:lnTo>
                  <a:pt x="79342" y="2688875"/>
                </a:lnTo>
                <a:lnTo>
                  <a:pt x="67644" y="2638075"/>
                </a:lnTo>
                <a:lnTo>
                  <a:pt x="56880" y="2599975"/>
                </a:lnTo>
                <a:lnTo>
                  <a:pt x="47050" y="2549175"/>
                </a:lnTo>
                <a:lnTo>
                  <a:pt x="38154" y="2511075"/>
                </a:lnTo>
                <a:lnTo>
                  <a:pt x="30191" y="2460275"/>
                </a:lnTo>
                <a:lnTo>
                  <a:pt x="23161" y="2422175"/>
                </a:lnTo>
                <a:lnTo>
                  <a:pt x="17062" y="2371375"/>
                </a:lnTo>
                <a:lnTo>
                  <a:pt x="11894" y="2333275"/>
                </a:lnTo>
                <a:lnTo>
                  <a:pt x="4349" y="2244375"/>
                </a:lnTo>
                <a:lnTo>
                  <a:pt x="1971" y="2193575"/>
                </a:lnTo>
                <a:lnTo>
                  <a:pt x="521" y="2155475"/>
                </a:lnTo>
                <a:lnTo>
                  <a:pt x="0" y="2104675"/>
                </a:lnTo>
                <a:lnTo>
                  <a:pt x="405" y="2066575"/>
                </a:lnTo>
                <a:lnTo>
                  <a:pt x="1738" y="2015775"/>
                </a:lnTo>
                <a:lnTo>
                  <a:pt x="7181" y="1926875"/>
                </a:lnTo>
                <a:lnTo>
                  <a:pt x="11290" y="1888775"/>
                </a:lnTo>
                <a:lnTo>
                  <a:pt x="16323" y="1837975"/>
                </a:lnTo>
                <a:lnTo>
                  <a:pt x="22280" y="1799875"/>
                </a:lnTo>
                <a:lnTo>
                  <a:pt x="29160" y="1749075"/>
                </a:lnTo>
                <a:lnTo>
                  <a:pt x="36962" y="1710975"/>
                </a:lnTo>
                <a:lnTo>
                  <a:pt x="45686" y="1660175"/>
                </a:lnTo>
                <a:lnTo>
                  <a:pt x="55332" y="1622075"/>
                </a:lnTo>
                <a:lnTo>
                  <a:pt x="65898" y="1571275"/>
                </a:lnTo>
                <a:lnTo>
                  <a:pt x="77383" y="1533175"/>
                </a:lnTo>
                <a:lnTo>
                  <a:pt x="89788" y="1482375"/>
                </a:lnTo>
                <a:lnTo>
                  <a:pt x="103112" y="1444275"/>
                </a:lnTo>
                <a:lnTo>
                  <a:pt x="117354" y="1393475"/>
                </a:lnTo>
                <a:lnTo>
                  <a:pt x="132513" y="1355375"/>
                </a:lnTo>
                <a:lnTo>
                  <a:pt x="148589" y="1317274"/>
                </a:lnTo>
                <a:lnTo>
                  <a:pt x="165581" y="1266474"/>
                </a:lnTo>
                <a:lnTo>
                  <a:pt x="183489" y="1228374"/>
                </a:lnTo>
                <a:lnTo>
                  <a:pt x="202312" y="1190274"/>
                </a:lnTo>
                <a:lnTo>
                  <a:pt x="222049" y="1152174"/>
                </a:lnTo>
                <a:lnTo>
                  <a:pt x="242699" y="1101374"/>
                </a:lnTo>
                <a:lnTo>
                  <a:pt x="264263" y="1063274"/>
                </a:lnTo>
                <a:lnTo>
                  <a:pt x="286739" y="1025174"/>
                </a:lnTo>
                <a:lnTo>
                  <a:pt x="310128" y="987074"/>
                </a:lnTo>
                <a:lnTo>
                  <a:pt x="334427" y="948974"/>
                </a:lnTo>
                <a:lnTo>
                  <a:pt x="359637" y="910874"/>
                </a:lnTo>
                <a:lnTo>
                  <a:pt x="385756" y="872774"/>
                </a:lnTo>
                <a:lnTo>
                  <a:pt x="412786" y="834674"/>
                </a:lnTo>
                <a:lnTo>
                  <a:pt x="440724" y="796574"/>
                </a:lnTo>
                <a:lnTo>
                  <a:pt x="469570" y="758474"/>
                </a:lnTo>
                <a:lnTo>
                  <a:pt x="499323" y="720374"/>
                </a:lnTo>
                <a:lnTo>
                  <a:pt x="529983" y="682274"/>
                </a:lnTo>
                <a:lnTo>
                  <a:pt x="561550" y="644174"/>
                </a:lnTo>
                <a:lnTo>
                  <a:pt x="594022" y="618774"/>
                </a:lnTo>
                <a:lnTo>
                  <a:pt x="1264337" y="0"/>
                </a:lnTo>
                <a:lnTo>
                  <a:pt x="1952885" y="0"/>
                </a:lnTo>
                <a:lnTo>
                  <a:pt x="1952885" y="4250975"/>
                </a:lnTo>
                <a:close/>
              </a:path>
              <a:path w="1953259" h="4264025">
                <a:moveTo>
                  <a:pt x="1952885" y="4263675"/>
                </a:moveTo>
                <a:lnTo>
                  <a:pt x="1945099" y="4263675"/>
                </a:lnTo>
                <a:lnTo>
                  <a:pt x="1900412" y="4250975"/>
                </a:lnTo>
                <a:lnTo>
                  <a:pt x="1952885" y="4250975"/>
                </a:lnTo>
                <a:lnTo>
                  <a:pt x="1952885" y="4263675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729710" y="-1"/>
            <a:ext cx="1558290" cy="582295"/>
          </a:xfrm>
          <a:custGeom>
            <a:avLst/>
            <a:gdLst/>
            <a:ahLst/>
            <a:cxnLst/>
            <a:rect l="l" t="t" r="r" b="b"/>
            <a:pathLst>
              <a:path w="1558290" h="582295">
                <a:moveTo>
                  <a:pt x="1558291" y="394218"/>
                </a:moveTo>
                <a:lnTo>
                  <a:pt x="1490828" y="437214"/>
                </a:lnTo>
                <a:lnTo>
                  <a:pt x="1450676" y="459451"/>
                </a:lnTo>
                <a:lnTo>
                  <a:pt x="1409829" y="479826"/>
                </a:lnTo>
                <a:lnTo>
                  <a:pt x="1368347" y="498342"/>
                </a:lnTo>
                <a:lnTo>
                  <a:pt x="1326293" y="515001"/>
                </a:lnTo>
                <a:lnTo>
                  <a:pt x="1283729" y="529806"/>
                </a:lnTo>
                <a:lnTo>
                  <a:pt x="1240714" y="542758"/>
                </a:lnTo>
                <a:lnTo>
                  <a:pt x="1197312" y="553861"/>
                </a:lnTo>
                <a:lnTo>
                  <a:pt x="1153583" y="563117"/>
                </a:lnTo>
                <a:lnTo>
                  <a:pt x="1109589" y="570528"/>
                </a:lnTo>
                <a:lnTo>
                  <a:pt x="1065391" y="576097"/>
                </a:lnTo>
                <a:lnTo>
                  <a:pt x="1021052" y="579826"/>
                </a:lnTo>
                <a:lnTo>
                  <a:pt x="975287" y="581776"/>
                </a:lnTo>
                <a:lnTo>
                  <a:pt x="932193" y="581776"/>
                </a:lnTo>
                <a:lnTo>
                  <a:pt x="887796" y="580001"/>
                </a:lnTo>
                <a:lnTo>
                  <a:pt x="843503" y="576396"/>
                </a:lnTo>
                <a:lnTo>
                  <a:pt x="799376" y="570964"/>
                </a:lnTo>
                <a:lnTo>
                  <a:pt x="755476" y="563706"/>
                </a:lnTo>
                <a:lnTo>
                  <a:pt x="711864" y="554626"/>
                </a:lnTo>
                <a:lnTo>
                  <a:pt x="668602" y="543727"/>
                </a:lnTo>
                <a:lnTo>
                  <a:pt x="625751" y="531009"/>
                </a:lnTo>
                <a:lnTo>
                  <a:pt x="583374" y="516477"/>
                </a:lnTo>
                <a:lnTo>
                  <a:pt x="541531" y="500131"/>
                </a:lnTo>
                <a:lnTo>
                  <a:pt x="500284" y="481976"/>
                </a:lnTo>
                <a:lnTo>
                  <a:pt x="459694" y="462013"/>
                </a:lnTo>
                <a:lnTo>
                  <a:pt x="419823" y="440244"/>
                </a:lnTo>
                <a:lnTo>
                  <a:pt x="380733" y="416673"/>
                </a:lnTo>
                <a:lnTo>
                  <a:pt x="342484" y="391301"/>
                </a:lnTo>
                <a:lnTo>
                  <a:pt x="305140" y="364132"/>
                </a:lnTo>
                <a:lnTo>
                  <a:pt x="268759" y="335167"/>
                </a:lnTo>
                <a:lnTo>
                  <a:pt x="233406" y="304409"/>
                </a:lnTo>
                <a:lnTo>
                  <a:pt x="199140" y="271860"/>
                </a:lnTo>
                <a:lnTo>
                  <a:pt x="166023" y="237524"/>
                </a:lnTo>
                <a:lnTo>
                  <a:pt x="134441" y="201772"/>
                </a:lnTo>
                <a:lnTo>
                  <a:pt x="104732" y="165017"/>
                </a:lnTo>
                <a:lnTo>
                  <a:pt x="76894" y="127320"/>
                </a:lnTo>
                <a:lnTo>
                  <a:pt x="50926" y="88744"/>
                </a:lnTo>
                <a:lnTo>
                  <a:pt x="26825" y="49349"/>
                </a:lnTo>
                <a:lnTo>
                  <a:pt x="4587" y="9197"/>
                </a:lnTo>
                <a:lnTo>
                  <a:pt x="0" y="0"/>
                </a:lnTo>
                <a:lnTo>
                  <a:pt x="1558291" y="0"/>
                </a:lnTo>
                <a:lnTo>
                  <a:pt x="1558291" y="394218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041460" y="9147978"/>
            <a:ext cx="2524125" cy="1139190"/>
          </a:xfrm>
          <a:custGeom>
            <a:avLst/>
            <a:gdLst/>
            <a:ahLst/>
            <a:cxnLst/>
            <a:rect l="l" t="t" r="r" b="b"/>
            <a:pathLst>
              <a:path w="2524125" h="1139190">
                <a:moveTo>
                  <a:pt x="0" y="1139020"/>
                </a:moveTo>
                <a:lnTo>
                  <a:pt x="967449" y="245956"/>
                </a:lnTo>
                <a:lnTo>
                  <a:pt x="1003339" y="214469"/>
                </a:lnTo>
                <a:lnTo>
                  <a:pt x="1040379" y="185152"/>
                </a:lnTo>
                <a:lnTo>
                  <a:pt x="1078486" y="158001"/>
                </a:lnTo>
                <a:lnTo>
                  <a:pt x="1117580" y="133014"/>
                </a:lnTo>
                <a:lnTo>
                  <a:pt x="1157577" y="110187"/>
                </a:lnTo>
                <a:lnTo>
                  <a:pt x="1198395" y="89517"/>
                </a:lnTo>
                <a:lnTo>
                  <a:pt x="1239952" y="71000"/>
                </a:lnTo>
                <a:lnTo>
                  <a:pt x="1282165" y="54634"/>
                </a:lnTo>
                <a:lnTo>
                  <a:pt x="1324953" y="40414"/>
                </a:lnTo>
                <a:lnTo>
                  <a:pt x="1368231" y="28338"/>
                </a:lnTo>
                <a:lnTo>
                  <a:pt x="1411920" y="18403"/>
                </a:lnTo>
                <a:lnTo>
                  <a:pt x="1455935" y="10605"/>
                </a:lnTo>
                <a:lnTo>
                  <a:pt x="1500194" y="4940"/>
                </a:lnTo>
                <a:lnTo>
                  <a:pt x="1544616" y="1406"/>
                </a:lnTo>
                <a:lnTo>
                  <a:pt x="1589118" y="0"/>
                </a:lnTo>
                <a:lnTo>
                  <a:pt x="1633618" y="717"/>
                </a:lnTo>
                <a:lnTo>
                  <a:pt x="1678032" y="3554"/>
                </a:lnTo>
                <a:lnTo>
                  <a:pt x="1722280" y="8509"/>
                </a:lnTo>
                <a:lnTo>
                  <a:pt x="1766278" y="15579"/>
                </a:lnTo>
                <a:lnTo>
                  <a:pt x="1809944" y="24758"/>
                </a:lnTo>
                <a:lnTo>
                  <a:pt x="1853196" y="36046"/>
                </a:lnTo>
                <a:lnTo>
                  <a:pt x="1895952" y="49437"/>
                </a:lnTo>
                <a:lnTo>
                  <a:pt x="1938128" y="64930"/>
                </a:lnTo>
                <a:lnTo>
                  <a:pt x="1979644" y="82520"/>
                </a:lnTo>
                <a:lnTo>
                  <a:pt x="2020416" y="102204"/>
                </a:lnTo>
                <a:lnTo>
                  <a:pt x="2060362" y="123979"/>
                </a:lnTo>
                <a:lnTo>
                  <a:pt x="2099399" y="147842"/>
                </a:lnTo>
                <a:lnTo>
                  <a:pt x="2137446" y="173789"/>
                </a:lnTo>
                <a:lnTo>
                  <a:pt x="2174420" y="201818"/>
                </a:lnTo>
                <a:lnTo>
                  <a:pt x="2210239" y="231924"/>
                </a:lnTo>
                <a:lnTo>
                  <a:pt x="2244820" y="264105"/>
                </a:lnTo>
                <a:lnTo>
                  <a:pt x="2278081" y="298358"/>
                </a:lnTo>
                <a:lnTo>
                  <a:pt x="2309569" y="334247"/>
                </a:lnTo>
                <a:lnTo>
                  <a:pt x="2338886" y="371286"/>
                </a:lnTo>
                <a:lnTo>
                  <a:pt x="2366037" y="409394"/>
                </a:lnTo>
                <a:lnTo>
                  <a:pt x="2391024" y="448488"/>
                </a:lnTo>
                <a:lnTo>
                  <a:pt x="2413851" y="488485"/>
                </a:lnTo>
                <a:lnTo>
                  <a:pt x="2434521" y="529303"/>
                </a:lnTo>
                <a:lnTo>
                  <a:pt x="2453038" y="570860"/>
                </a:lnTo>
                <a:lnTo>
                  <a:pt x="2469404" y="613073"/>
                </a:lnTo>
                <a:lnTo>
                  <a:pt x="2483624" y="655861"/>
                </a:lnTo>
                <a:lnTo>
                  <a:pt x="2495699" y="699139"/>
                </a:lnTo>
                <a:lnTo>
                  <a:pt x="2505635" y="742828"/>
                </a:lnTo>
                <a:lnTo>
                  <a:pt x="2513433" y="786843"/>
                </a:lnTo>
                <a:lnTo>
                  <a:pt x="2519098" y="831103"/>
                </a:lnTo>
                <a:lnTo>
                  <a:pt x="2522632" y="875525"/>
                </a:lnTo>
                <a:lnTo>
                  <a:pt x="2524038" y="920027"/>
                </a:lnTo>
                <a:lnTo>
                  <a:pt x="2523321" y="964526"/>
                </a:lnTo>
                <a:lnTo>
                  <a:pt x="2520483" y="1008941"/>
                </a:lnTo>
                <a:lnTo>
                  <a:pt x="2515528" y="1053188"/>
                </a:lnTo>
                <a:lnTo>
                  <a:pt x="2508459" y="1097186"/>
                </a:lnTo>
                <a:lnTo>
                  <a:pt x="2499664" y="1139020"/>
                </a:lnTo>
              </a:path>
            </a:pathLst>
          </a:custGeom>
          <a:ln w="114300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857190" y="0"/>
            <a:ext cx="2710180" cy="1305560"/>
          </a:xfrm>
          <a:custGeom>
            <a:avLst/>
            <a:gdLst/>
            <a:ahLst/>
            <a:cxnLst/>
            <a:rect l="l" t="t" r="r" b="b"/>
            <a:pathLst>
              <a:path w="2710179" h="1305560">
                <a:moveTo>
                  <a:pt x="2710107" y="0"/>
                </a:moveTo>
                <a:lnTo>
                  <a:pt x="1563457" y="1058485"/>
                </a:lnTo>
                <a:lnTo>
                  <a:pt x="1527409" y="1090111"/>
                </a:lnTo>
                <a:lnTo>
                  <a:pt x="1490206" y="1119558"/>
                </a:lnTo>
                <a:lnTo>
                  <a:pt x="1451930" y="1146828"/>
                </a:lnTo>
                <a:lnTo>
                  <a:pt x="1412664" y="1171926"/>
                </a:lnTo>
                <a:lnTo>
                  <a:pt x="1372490" y="1194854"/>
                </a:lnTo>
                <a:lnTo>
                  <a:pt x="1331492" y="1215615"/>
                </a:lnTo>
                <a:lnTo>
                  <a:pt x="1289752" y="1234213"/>
                </a:lnTo>
                <a:lnTo>
                  <a:pt x="1247352" y="1250652"/>
                </a:lnTo>
                <a:lnTo>
                  <a:pt x="1204376" y="1264934"/>
                </a:lnTo>
                <a:lnTo>
                  <a:pt x="1160906" y="1277063"/>
                </a:lnTo>
                <a:lnTo>
                  <a:pt x="1117026" y="1287043"/>
                </a:lnTo>
                <a:lnTo>
                  <a:pt x="1072816" y="1294875"/>
                </a:lnTo>
                <a:lnTo>
                  <a:pt x="1028361" y="1300565"/>
                </a:lnTo>
                <a:lnTo>
                  <a:pt x="983743" y="1304114"/>
                </a:lnTo>
                <a:lnTo>
                  <a:pt x="939045" y="1305527"/>
                </a:lnTo>
                <a:lnTo>
                  <a:pt x="894349" y="1304807"/>
                </a:lnTo>
                <a:lnTo>
                  <a:pt x="849738" y="1301957"/>
                </a:lnTo>
                <a:lnTo>
                  <a:pt x="805295" y="1296980"/>
                </a:lnTo>
                <a:lnTo>
                  <a:pt x="761103" y="1289879"/>
                </a:lnTo>
                <a:lnTo>
                  <a:pt x="717244" y="1280659"/>
                </a:lnTo>
                <a:lnTo>
                  <a:pt x="673801" y="1269322"/>
                </a:lnTo>
                <a:lnTo>
                  <a:pt x="630857" y="1255871"/>
                </a:lnTo>
                <a:lnTo>
                  <a:pt x="588494" y="1240310"/>
                </a:lnTo>
                <a:lnTo>
                  <a:pt x="546796" y="1222643"/>
                </a:lnTo>
                <a:lnTo>
                  <a:pt x="505844" y="1202872"/>
                </a:lnTo>
                <a:lnTo>
                  <a:pt x="465722" y="1181000"/>
                </a:lnTo>
                <a:lnTo>
                  <a:pt x="426512" y="1157032"/>
                </a:lnTo>
                <a:lnTo>
                  <a:pt x="388297" y="1130970"/>
                </a:lnTo>
                <a:lnTo>
                  <a:pt x="351160" y="1102818"/>
                </a:lnTo>
                <a:lnTo>
                  <a:pt x="315183" y="1072578"/>
                </a:lnTo>
                <a:lnTo>
                  <a:pt x="280450" y="1040256"/>
                </a:lnTo>
                <a:lnTo>
                  <a:pt x="246986" y="1005901"/>
                </a:lnTo>
                <a:lnTo>
                  <a:pt x="215416" y="969805"/>
                </a:lnTo>
                <a:lnTo>
                  <a:pt x="185969" y="932601"/>
                </a:lnTo>
                <a:lnTo>
                  <a:pt x="158698" y="894325"/>
                </a:lnTo>
                <a:lnTo>
                  <a:pt x="133601" y="855059"/>
                </a:lnTo>
                <a:lnTo>
                  <a:pt x="110673" y="814886"/>
                </a:lnTo>
                <a:lnTo>
                  <a:pt x="89912" y="773887"/>
                </a:lnTo>
                <a:lnTo>
                  <a:pt x="71313" y="732147"/>
                </a:lnTo>
                <a:lnTo>
                  <a:pt x="54875" y="689748"/>
                </a:lnTo>
                <a:lnTo>
                  <a:pt x="40592" y="646772"/>
                </a:lnTo>
                <a:lnTo>
                  <a:pt x="28463" y="603302"/>
                </a:lnTo>
                <a:lnTo>
                  <a:pt x="18484" y="559421"/>
                </a:lnTo>
                <a:lnTo>
                  <a:pt x="10652" y="515211"/>
                </a:lnTo>
                <a:lnTo>
                  <a:pt x="4962" y="470756"/>
                </a:lnTo>
                <a:lnTo>
                  <a:pt x="1412" y="426138"/>
                </a:lnTo>
                <a:lnTo>
                  <a:pt x="0" y="381440"/>
                </a:lnTo>
                <a:lnTo>
                  <a:pt x="720" y="336744"/>
                </a:lnTo>
                <a:lnTo>
                  <a:pt x="3570" y="292134"/>
                </a:lnTo>
                <a:lnTo>
                  <a:pt x="8547" y="247691"/>
                </a:lnTo>
                <a:lnTo>
                  <a:pt x="15647" y="203499"/>
                </a:lnTo>
                <a:lnTo>
                  <a:pt x="24868" y="159640"/>
                </a:lnTo>
                <a:lnTo>
                  <a:pt x="36205" y="116197"/>
                </a:lnTo>
                <a:lnTo>
                  <a:pt x="49656" y="73253"/>
                </a:lnTo>
                <a:lnTo>
                  <a:pt x="65217" y="30890"/>
                </a:lnTo>
                <a:lnTo>
                  <a:pt x="78305" y="0"/>
                </a:lnTo>
              </a:path>
            </a:pathLst>
          </a:custGeom>
          <a:ln w="114300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71601" y="174738"/>
            <a:ext cx="6744797" cy="1242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50" b="0" i="0">
                <a:solidFill>
                  <a:srgbClr val="5353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52853" y="2955765"/>
            <a:ext cx="8042909" cy="2799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61654D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‹№›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35927"/>
            <a:ext cx="4090035" cy="4451350"/>
            <a:chOff x="0" y="5835927"/>
            <a:chExt cx="4090035" cy="4451350"/>
          </a:xfrm>
        </p:grpSpPr>
        <p:sp>
          <p:nvSpPr>
            <p:cNvPr id="3" name="object 3"/>
            <p:cNvSpPr/>
            <p:nvPr/>
          </p:nvSpPr>
          <p:spPr>
            <a:xfrm>
              <a:off x="0" y="5835927"/>
              <a:ext cx="4090035" cy="4451350"/>
            </a:xfrm>
            <a:custGeom>
              <a:avLst/>
              <a:gdLst/>
              <a:ahLst/>
              <a:cxnLst/>
              <a:rect l="l" t="t" r="r" b="b"/>
              <a:pathLst>
                <a:path w="4090035" h="4451350">
                  <a:moveTo>
                    <a:pt x="192298" y="580444"/>
                  </a:moveTo>
                  <a:lnTo>
                    <a:pt x="133198" y="635000"/>
                  </a:lnTo>
                  <a:lnTo>
                    <a:pt x="168875" y="596900"/>
                  </a:lnTo>
                  <a:lnTo>
                    <a:pt x="192298" y="580444"/>
                  </a:lnTo>
                  <a:close/>
                </a:path>
                <a:path w="4090035" h="4451350">
                  <a:moveTo>
                    <a:pt x="259417" y="521293"/>
                  </a:moveTo>
                  <a:lnTo>
                    <a:pt x="205029" y="571500"/>
                  </a:lnTo>
                  <a:lnTo>
                    <a:pt x="241646" y="533400"/>
                  </a:lnTo>
                  <a:lnTo>
                    <a:pt x="259417" y="521293"/>
                  </a:lnTo>
                  <a:close/>
                </a:path>
                <a:path w="4090035" h="4451350">
                  <a:moveTo>
                    <a:pt x="3460798" y="3969239"/>
                  </a:moveTo>
                  <a:lnTo>
                    <a:pt x="2938832" y="4451071"/>
                  </a:lnTo>
                  <a:lnTo>
                    <a:pt x="0" y="4451071"/>
                  </a:lnTo>
                  <a:lnTo>
                    <a:pt x="0" y="757550"/>
                  </a:lnTo>
                  <a:lnTo>
                    <a:pt x="192298" y="580444"/>
                  </a:lnTo>
                  <a:lnTo>
                    <a:pt x="205029" y="571500"/>
                  </a:lnTo>
                  <a:lnTo>
                    <a:pt x="259417" y="521293"/>
                  </a:lnTo>
                  <a:lnTo>
                    <a:pt x="316217" y="482600"/>
                  </a:lnTo>
                  <a:lnTo>
                    <a:pt x="365693" y="436928"/>
                  </a:lnTo>
                  <a:lnTo>
                    <a:pt x="470352" y="368300"/>
                  </a:lnTo>
                  <a:lnTo>
                    <a:pt x="549708" y="317500"/>
                  </a:lnTo>
                  <a:lnTo>
                    <a:pt x="589913" y="304800"/>
                  </a:lnTo>
                  <a:lnTo>
                    <a:pt x="671314" y="254000"/>
                  </a:lnTo>
                  <a:lnTo>
                    <a:pt x="712483" y="241300"/>
                  </a:lnTo>
                  <a:lnTo>
                    <a:pt x="753948" y="215900"/>
                  </a:lnTo>
                  <a:lnTo>
                    <a:pt x="795695" y="203200"/>
                  </a:lnTo>
                  <a:lnTo>
                    <a:pt x="837712" y="177800"/>
                  </a:lnTo>
                  <a:lnTo>
                    <a:pt x="922503" y="152400"/>
                  </a:lnTo>
                  <a:lnTo>
                    <a:pt x="965251" y="127000"/>
                  </a:lnTo>
                  <a:lnTo>
                    <a:pt x="1182006" y="63500"/>
                  </a:lnTo>
                  <a:lnTo>
                    <a:pt x="1225870" y="63500"/>
                  </a:lnTo>
                  <a:lnTo>
                    <a:pt x="1314005" y="38100"/>
                  </a:lnTo>
                  <a:lnTo>
                    <a:pt x="2159599" y="38099"/>
                  </a:lnTo>
                  <a:lnTo>
                    <a:pt x="2334587" y="88899"/>
                  </a:lnTo>
                  <a:lnTo>
                    <a:pt x="2377911" y="88899"/>
                  </a:lnTo>
                  <a:lnTo>
                    <a:pt x="2421040" y="101599"/>
                  </a:lnTo>
                  <a:lnTo>
                    <a:pt x="2463962" y="126999"/>
                  </a:lnTo>
                  <a:lnTo>
                    <a:pt x="2633310" y="177799"/>
                  </a:lnTo>
                  <a:lnTo>
                    <a:pt x="2674998" y="203199"/>
                  </a:lnTo>
                  <a:lnTo>
                    <a:pt x="2716401" y="215899"/>
                  </a:lnTo>
                  <a:lnTo>
                    <a:pt x="2757506" y="241299"/>
                  </a:lnTo>
                  <a:lnTo>
                    <a:pt x="2798300" y="253999"/>
                  </a:lnTo>
                  <a:lnTo>
                    <a:pt x="2918685" y="330199"/>
                  </a:lnTo>
                  <a:lnTo>
                    <a:pt x="2958105" y="342899"/>
                  </a:lnTo>
                  <a:lnTo>
                    <a:pt x="3035806" y="393699"/>
                  </a:lnTo>
                  <a:lnTo>
                    <a:pt x="3111900" y="444499"/>
                  </a:lnTo>
                  <a:lnTo>
                    <a:pt x="3149313" y="482599"/>
                  </a:lnTo>
                  <a:lnTo>
                    <a:pt x="3222805" y="533399"/>
                  </a:lnTo>
                  <a:lnTo>
                    <a:pt x="3258858" y="571499"/>
                  </a:lnTo>
                  <a:lnTo>
                    <a:pt x="3294433" y="596899"/>
                  </a:lnTo>
                  <a:lnTo>
                    <a:pt x="3329516" y="622299"/>
                  </a:lnTo>
                  <a:lnTo>
                    <a:pt x="3364094" y="660399"/>
                  </a:lnTo>
                  <a:lnTo>
                    <a:pt x="3398154" y="698499"/>
                  </a:lnTo>
                  <a:lnTo>
                    <a:pt x="3431684" y="723899"/>
                  </a:lnTo>
                  <a:lnTo>
                    <a:pt x="3464670" y="761999"/>
                  </a:lnTo>
                  <a:lnTo>
                    <a:pt x="3496950" y="800099"/>
                  </a:lnTo>
                  <a:lnTo>
                    <a:pt x="3528367" y="838199"/>
                  </a:lnTo>
                  <a:lnTo>
                    <a:pt x="3558924" y="876299"/>
                  </a:lnTo>
                  <a:lnTo>
                    <a:pt x="3588619" y="914399"/>
                  </a:lnTo>
                  <a:lnTo>
                    <a:pt x="3617455" y="952499"/>
                  </a:lnTo>
                  <a:lnTo>
                    <a:pt x="3645431" y="990599"/>
                  </a:lnTo>
                  <a:lnTo>
                    <a:pt x="3672548" y="1028699"/>
                  </a:lnTo>
                  <a:lnTo>
                    <a:pt x="3698807" y="1066799"/>
                  </a:lnTo>
                  <a:lnTo>
                    <a:pt x="3724207" y="1104899"/>
                  </a:lnTo>
                  <a:lnTo>
                    <a:pt x="3748750" y="1142999"/>
                  </a:lnTo>
                  <a:lnTo>
                    <a:pt x="3772435" y="1181099"/>
                  </a:lnTo>
                  <a:lnTo>
                    <a:pt x="3795264" y="1219199"/>
                  </a:lnTo>
                  <a:lnTo>
                    <a:pt x="3817238" y="1257299"/>
                  </a:lnTo>
                  <a:lnTo>
                    <a:pt x="3838355" y="1295399"/>
                  </a:lnTo>
                  <a:lnTo>
                    <a:pt x="3858618" y="1346199"/>
                  </a:lnTo>
                  <a:lnTo>
                    <a:pt x="3878026" y="1384299"/>
                  </a:lnTo>
                  <a:lnTo>
                    <a:pt x="3896581" y="1422399"/>
                  </a:lnTo>
                  <a:lnTo>
                    <a:pt x="3914282" y="1473199"/>
                  </a:lnTo>
                  <a:lnTo>
                    <a:pt x="3931129" y="1511299"/>
                  </a:lnTo>
                  <a:lnTo>
                    <a:pt x="3947125" y="1549399"/>
                  </a:lnTo>
                  <a:lnTo>
                    <a:pt x="3962269" y="1600199"/>
                  </a:lnTo>
                  <a:lnTo>
                    <a:pt x="3976561" y="1638299"/>
                  </a:lnTo>
                  <a:lnTo>
                    <a:pt x="3990003" y="1676399"/>
                  </a:lnTo>
                  <a:lnTo>
                    <a:pt x="4002594" y="1727199"/>
                  </a:lnTo>
                  <a:lnTo>
                    <a:pt x="4014335" y="1765299"/>
                  </a:lnTo>
                  <a:lnTo>
                    <a:pt x="4025227" y="1816099"/>
                  </a:lnTo>
                  <a:lnTo>
                    <a:pt x="4035271" y="1854199"/>
                  </a:lnTo>
                  <a:lnTo>
                    <a:pt x="4044466" y="1904999"/>
                  </a:lnTo>
                  <a:lnTo>
                    <a:pt x="4052813" y="1943099"/>
                  </a:lnTo>
                  <a:lnTo>
                    <a:pt x="4060313" y="1993899"/>
                  </a:lnTo>
                  <a:lnTo>
                    <a:pt x="4066966" y="2031999"/>
                  </a:lnTo>
                  <a:lnTo>
                    <a:pt x="4072773" y="2082799"/>
                  </a:lnTo>
                  <a:lnTo>
                    <a:pt x="4077735" y="2120899"/>
                  </a:lnTo>
                  <a:lnTo>
                    <a:pt x="4081851" y="2171699"/>
                  </a:lnTo>
                  <a:lnTo>
                    <a:pt x="4085123" y="2209799"/>
                  </a:lnTo>
                  <a:lnTo>
                    <a:pt x="4087550" y="2260599"/>
                  </a:lnTo>
                  <a:lnTo>
                    <a:pt x="4089134" y="2298699"/>
                  </a:lnTo>
                  <a:lnTo>
                    <a:pt x="4089875" y="2349499"/>
                  </a:lnTo>
                  <a:lnTo>
                    <a:pt x="4089773" y="2387599"/>
                  </a:lnTo>
                  <a:lnTo>
                    <a:pt x="4088829" y="2438399"/>
                  </a:lnTo>
                  <a:lnTo>
                    <a:pt x="4084417" y="2527299"/>
                  </a:lnTo>
                  <a:lnTo>
                    <a:pt x="4080950" y="2565399"/>
                  </a:lnTo>
                  <a:lnTo>
                    <a:pt x="4076643" y="2616199"/>
                  </a:lnTo>
                  <a:lnTo>
                    <a:pt x="4071496" y="2654299"/>
                  </a:lnTo>
                  <a:lnTo>
                    <a:pt x="4065511" y="2705099"/>
                  </a:lnTo>
                  <a:lnTo>
                    <a:pt x="4058687" y="2743199"/>
                  </a:lnTo>
                  <a:lnTo>
                    <a:pt x="4051025" y="2793999"/>
                  </a:lnTo>
                  <a:lnTo>
                    <a:pt x="4042525" y="2832099"/>
                  </a:lnTo>
                  <a:lnTo>
                    <a:pt x="4033189" y="2882899"/>
                  </a:lnTo>
                  <a:lnTo>
                    <a:pt x="4023017" y="2920999"/>
                  </a:lnTo>
                  <a:lnTo>
                    <a:pt x="4012008" y="2959099"/>
                  </a:lnTo>
                  <a:lnTo>
                    <a:pt x="4000164" y="3009899"/>
                  </a:lnTo>
                  <a:lnTo>
                    <a:pt x="3987485" y="3047999"/>
                  </a:lnTo>
                  <a:lnTo>
                    <a:pt x="3973972" y="3098800"/>
                  </a:lnTo>
                  <a:lnTo>
                    <a:pt x="3959625" y="3136900"/>
                  </a:lnTo>
                  <a:lnTo>
                    <a:pt x="3944445" y="3175000"/>
                  </a:lnTo>
                  <a:lnTo>
                    <a:pt x="3928432" y="3225800"/>
                  </a:lnTo>
                  <a:lnTo>
                    <a:pt x="3911587" y="3263900"/>
                  </a:lnTo>
                  <a:lnTo>
                    <a:pt x="3893910" y="3302000"/>
                  </a:lnTo>
                  <a:lnTo>
                    <a:pt x="3875402" y="3352800"/>
                  </a:lnTo>
                  <a:lnTo>
                    <a:pt x="3856063" y="3390900"/>
                  </a:lnTo>
                  <a:lnTo>
                    <a:pt x="3835894" y="3429000"/>
                  </a:lnTo>
                  <a:lnTo>
                    <a:pt x="3814895" y="3467100"/>
                  </a:lnTo>
                  <a:lnTo>
                    <a:pt x="3793067" y="3505200"/>
                  </a:lnTo>
                  <a:lnTo>
                    <a:pt x="3770410" y="3543300"/>
                  </a:lnTo>
                  <a:lnTo>
                    <a:pt x="3746925" y="3594100"/>
                  </a:lnTo>
                  <a:lnTo>
                    <a:pt x="3722613" y="3632200"/>
                  </a:lnTo>
                  <a:lnTo>
                    <a:pt x="3697473" y="3670300"/>
                  </a:lnTo>
                  <a:lnTo>
                    <a:pt x="3671507" y="3708400"/>
                  </a:lnTo>
                  <a:lnTo>
                    <a:pt x="3644715" y="3746500"/>
                  </a:lnTo>
                  <a:lnTo>
                    <a:pt x="3617097" y="3784600"/>
                  </a:lnTo>
                  <a:lnTo>
                    <a:pt x="3592537" y="3817498"/>
                  </a:lnTo>
                  <a:lnTo>
                    <a:pt x="3559387" y="3848100"/>
                  </a:lnTo>
                  <a:lnTo>
                    <a:pt x="3529296" y="3886200"/>
                  </a:lnTo>
                  <a:lnTo>
                    <a:pt x="3498381" y="3924300"/>
                  </a:lnTo>
                  <a:lnTo>
                    <a:pt x="3466643" y="3962400"/>
                  </a:lnTo>
                  <a:lnTo>
                    <a:pt x="3460798" y="3969239"/>
                  </a:lnTo>
                  <a:close/>
                </a:path>
                <a:path w="4090035" h="4451350">
                  <a:moveTo>
                    <a:pt x="365693" y="436928"/>
                  </a:moveTo>
                  <a:lnTo>
                    <a:pt x="316217" y="482600"/>
                  </a:lnTo>
                  <a:lnTo>
                    <a:pt x="354146" y="444500"/>
                  </a:lnTo>
                  <a:lnTo>
                    <a:pt x="365693" y="436928"/>
                  </a:lnTo>
                  <a:close/>
                </a:path>
                <a:path w="4090035" h="4451350">
                  <a:moveTo>
                    <a:pt x="2115493" y="38099"/>
                  </a:moveTo>
                  <a:lnTo>
                    <a:pt x="1358251" y="38100"/>
                  </a:lnTo>
                  <a:lnTo>
                    <a:pt x="1402599" y="25400"/>
                  </a:lnTo>
                  <a:lnTo>
                    <a:pt x="2071270" y="25399"/>
                  </a:lnTo>
                  <a:lnTo>
                    <a:pt x="2115493" y="38099"/>
                  </a:lnTo>
                  <a:close/>
                </a:path>
                <a:path w="4090035" h="4451350">
                  <a:moveTo>
                    <a:pt x="2026943" y="25399"/>
                  </a:moveTo>
                  <a:lnTo>
                    <a:pt x="1447036" y="25400"/>
                  </a:lnTo>
                  <a:lnTo>
                    <a:pt x="1491549" y="12700"/>
                  </a:lnTo>
                  <a:lnTo>
                    <a:pt x="1982523" y="12699"/>
                  </a:lnTo>
                  <a:lnTo>
                    <a:pt x="2026943" y="25399"/>
                  </a:lnTo>
                  <a:close/>
                </a:path>
                <a:path w="4090035" h="4451350">
                  <a:moveTo>
                    <a:pt x="1848844" y="12699"/>
                  </a:moveTo>
                  <a:lnTo>
                    <a:pt x="1625416" y="12700"/>
                  </a:lnTo>
                  <a:lnTo>
                    <a:pt x="1670105" y="0"/>
                  </a:lnTo>
                  <a:lnTo>
                    <a:pt x="1804187" y="0"/>
                  </a:lnTo>
                  <a:lnTo>
                    <a:pt x="1848844" y="12699"/>
                  </a:lnTo>
                  <a:close/>
                </a:path>
                <a:path w="4090035" h="4451350">
                  <a:moveTo>
                    <a:pt x="3588654" y="3822700"/>
                  </a:moveTo>
                  <a:lnTo>
                    <a:pt x="3559387" y="3848100"/>
                  </a:lnTo>
                  <a:lnTo>
                    <a:pt x="3592537" y="3817498"/>
                  </a:lnTo>
                  <a:lnTo>
                    <a:pt x="3588654" y="3822700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73633" y="9547736"/>
              <a:ext cx="2341880" cy="739775"/>
            </a:xfrm>
            <a:custGeom>
              <a:avLst/>
              <a:gdLst/>
              <a:ahLst/>
              <a:cxnLst/>
              <a:rect l="l" t="t" r="r" b="b"/>
              <a:pathLst>
                <a:path w="2341879" h="739775">
                  <a:moveTo>
                    <a:pt x="2341265" y="739263"/>
                  </a:moveTo>
                  <a:lnTo>
                    <a:pt x="0" y="739263"/>
                  </a:lnTo>
                  <a:lnTo>
                    <a:pt x="466037" y="309059"/>
                  </a:lnTo>
                  <a:lnTo>
                    <a:pt x="501992" y="277192"/>
                  </a:lnTo>
                  <a:lnTo>
                    <a:pt x="538885" y="247070"/>
                  </a:lnTo>
                  <a:lnTo>
                    <a:pt x="576664" y="218691"/>
                  </a:lnTo>
                  <a:lnTo>
                    <a:pt x="615212" y="192097"/>
                  </a:lnTo>
                  <a:lnTo>
                    <a:pt x="654665" y="167155"/>
                  </a:lnTo>
                  <a:lnTo>
                    <a:pt x="694782" y="143994"/>
                  </a:lnTo>
                  <a:lnTo>
                    <a:pt x="735572" y="122568"/>
                  </a:lnTo>
                  <a:lnTo>
                    <a:pt x="776982" y="102874"/>
                  </a:lnTo>
                  <a:lnTo>
                    <a:pt x="818961" y="84911"/>
                  </a:lnTo>
                  <a:lnTo>
                    <a:pt x="861453" y="68676"/>
                  </a:lnTo>
                  <a:lnTo>
                    <a:pt x="904408" y="54168"/>
                  </a:lnTo>
                  <a:lnTo>
                    <a:pt x="947771" y="41384"/>
                  </a:lnTo>
                  <a:lnTo>
                    <a:pt x="991489" y="30323"/>
                  </a:lnTo>
                  <a:lnTo>
                    <a:pt x="1035511" y="20981"/>
                  </a:lnTo>
                  <a:lnTo>
                    <a:pt x="1079781" y="13357"/>
                  </a:lnTo>
                  <a:lnTo>
                    <a:pt x="1124249" y="7449"/>
                  </a:lnTo>
                  <a:lnTo>
                    <a:pt x="1168860" y="3255"/>
                  </a:lnTo>
                  <a:lnTo>
                    <a:pt x="1213562" y="773"/>
                  </a:lnTo>
                  <a:lnTo>
                    <a:pt x="1258302" y="0"/>
                  </a:lnTo>
                  <a:lnTo>
                    <a:pt x="1303027" y="934"/>
                  </a:lnTo>
                  <a:lnTo>
                    <a:pt x="1347683" y="3573"/>
                  </a:lnTo>
                  <a:lnTo>
                    <a:pt x="1392218" y="7916"/>
                  </a:lnTo>
                  <a:lnTo>
                    <a:pt x="1436579" y="13959"/>
                  </a:lnTo>
                  <a:lnTo>
                    <a:pt x="1480713" y="21702"/>
                  </a:lnTo>
                  <a:lnTo>
                    <a:pt x="1524567" y="31141"/>
                  </a:lnTo>
                  <a:lnTo>
                    <a:pt x="1568088" y="42274"/>
                  </a:lnTo>
                  <a:lnTo>
                    <a:pt x="1611223" y="55101"/>
                  </a:lnTo>
                  <a:lnTo>
                    <a:pt x="1653919" y="69617"/>
                  </a:lnTo>
                  <a:lnTo>
                    <a:pt x="1696123" y="85822"/>
                  </a:lnTo>
                  <a:lnTo>
                    <a:pt x="1737782" y="103713"/>
                  </a:lnTo>
                  <a:lnTo>
                    <a:pt x="1778843" y="123289"/>
                  </a:lnTo>
                  <a:lnTo>
                    <a:pt x="1819253" y="144546"/>
                  </a:lnTo>
                  <a:lnTo>
                    <a:pt x="1858959" y="167482"/>
                  </a:lnTo>
                  <a:lnTo>
                    <a:pt x="1897909" y="192097"/>
                  </a:lnTo>
                  <a:lnTo>
                    <a:pt x="1936049" y="218387"/>
                  </a:lnTo>
                  <a:lnTo>
                    <a:pt x="1973325" y="246351"/>
                  </a:lnTo>
                  <a:lnTo>
                    <a:pt x="2009686" y="275986"/>
                  </a:lnTo>
                  <a:lnTo>
                    <a:pt x="2045079" y="307290"/>
                  </a:lnTo>
                  <a:lnTo>
                    <a:pt x="2079449" y="340261"/>
                  </a:lnTo>
                  <a:lnTo>
                    <a:pt x="2112745" y="374897"/>
                  </a:lnTo>
                  <a:lnTo>
                    <a:pt x="2144613" y="410852"/>
                  </a:lnTo>
                  <a:lnTo>
                    <a:pt x="2174735" y="447745"/>
                  </a:lnTo>
                  <a:lnTo>
                    <a:pt x="2203113" y="485524"/>
                  </a:lnTo>
                  <a:lnTo>
                    <a:pt x="2229751" y="524135"/>
                  </a:lnTo>
                  <a:lnTo>
                    <a:pt x="2254649" y="563525"/>
                  </a:lnTo>
                  <a:lnTo>
                    <a:pt x="2277810" y="603642"/>
                  </a:lnTo>
                  <a:lnTo>
                    <a:pt x="2299237" y="644432"/>
                  </a:lnTo>
                  <a:lnTo>
                    <a:pt x="2318930" y="685843"/>
                  </a:lnTo>
                  <a:lnTo>
                    <a:pt x="2336893" y="727821"/>
                  </a:lnTo>
                  <a:lnTo>
                    <a:pt x="2341265" y="739263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5591792" y="0"/>
            <a:ext cx="2696210" cy="4985385"/>
            <a:chOff x="15591792" y="0"/>
            <a:chExt cx="2696210" cy="4985385"/>
          </a:xfrm>
        </p:grpSpPr>
        <p:sp>
          <p:nvSpPr>
            <p:cNvPr id="6" name="object 6"/>
            <p:cNvSpPr/>
            <p:nvPr/>
          </p:nvSpPr>
          <p:spPr>
            <a:xfrm>
              <a:off x="15591792" y="0"/>
              <a:ext cx="2696210" cy="4985385"/>
            </a:xfrm>
            <a:custGeom>
              <a:avLst/>
              <a:gdLst/>
              <a:ahLst/>
              <a:cxnLst/>
              <a:rect l="l" t="t" r="r" b="b"/>
              <a:pathLst>
                <a:path w="2696209" h="4985385">
                  <a:moveTo>
                    <a:pt x="1742323" y="0"/>
                  </a:moveTo>
                  <a:lnTo>
                    <a:pt x="689174" y="972173"/>
                  </a:lnTo>
                  <a:lnTo>
                    <a:pt x="723378" y="934073"/>
                  </a:lnTo>
                  <a:lnTo>
                    <a:pt x="758403" y="895973"/>
                  </a:lnTo>
                  <a:lnTo>
                    <a:pt x="1732224" y="0"/>
                  </a:lnTo>
                  <a:lnTo>
                    <a:pt x="1742323" y="0"/>
                  </a:lnTo>
                  <a:close/>
                </a:path>
                <a:path w="2696209" h="4985385">
                  <a:moveTo>
                    <a:pt x="1776246" y="0"/>
                  </a:moveTo>
                  <a:lnTo>
                    <a:pt x="530487" y="1149973"/>
                  </a:lnTo>
                  <a:lnTo>
                    <a:pt x="560579" y="1111873"/>
                  </a:lnTo>
                  <a:lnTo>
                    <a:pt x="591494" y="1073773"/>
                  </a:lnTo>
                  <a:lnTo>
                    <a:pt x="623232" y="1035673"/>
                  </a:lnTo>
                  <a:lnTo>
                    <a:pt x="655792" y="997573"/>
                  </a:lnTo>
                  <a:lnTo>
                    <a:pt x="689174" y="972173"/>
                  </a:lnTo>
                  <a:lnTo>
                    <a:pt x="1742323" y="0"/>
                  </a:lnTo>
                  <a:lnTo>
                    <a:pt x="1776246" y="0"/>
                  </a:lnTo>
                  <a:close/>
                </a:path>
                <a:path w="2696209" h="4985385">
                  <a:moveTo>
                    <a:pt x="2696208" y="4970115"/>
                  </a:moveTo>
                  <a:lnTo>
                    <a:pt x="2687275" y="4972673"/>
                  </a:lnTo>
                  <a:lnTo>
                    <a:pt x="2018604" y="4972673"/>
                  </a:lnTo>
                  <a:lnTo>
                    <a:pt x="1930275" y="4947273"/>
                  </a:lnTo>
                  <a:lnTo>
                    <a:pt x="1886300" y="4947273"/>
                  </a:lnTo>
                  <a:lnTo>
                    <a:pt x="1498525" y="4832973"/>
                  </a:lnTo>
                  <a:lnTo>
                    <a:pt x="1456564" y="4807573"/>
                  </a:lnTo>
                  <a:lnTo>
                    <a:pt x="1373473" y="4782173"/>
                  </a:lnTo>
                  <a:lnTo>
                    <a:pt x="1332368" y="4756773"/>
                  </a:lnTo>
                  <a:lnTo>
                    <a:pt x="1291574" y="4744073"/>
                  </a:lnTo>
                  <a:lnTo>
                    <a:pt x="1171189" y="4667873"/>
                  </a:lnTo>
                  <a:lnTo>
                    <a:pt x="1131769" y="4642473"/>
                  </a:lnTo>
                  <a:lnTo>
                    <a:pt x="1092724" y="4629773"/>
                  </a:lnTo>
                  <a:lnTo>
                    <a:pt x="1015814" y="4578973"/>
                  </a:lnTo>
                  <a:lnTo>
                    <a:pt x="977974" y="4540873"/>
                  </a:lnTo>
                  <a:lnTo>
                    <a:pt x="903589" y="4490073"/>
                  </a:lnTo>
                  <a:lnTo>
                    <a:pt x="867069" y="4464673"/>
                  </a:lnTo>
                  <a:lnTo>
                    <a:pt x="831016" y="4426573"/>
                  </a:lnTo>
                  <a:lnTo>
                    <a:pt x="795442" y="4401173"/>
                  </a:lnTo>
                  <a:lnTo>
                    <a:pt x="760359" y="4363073"/>
                  </a:lnTo>
                  <a:lnTo>
                    <a:pt x="549862" y="4145352"/>
                  </a:lnTo>
                  <a:lnTo>
                    <a:pt x="501255" y="4083673"/>
                  </a:lnTo>
                  <a:lnTo>
                    <a:pt x="472419" y="4045573"/>
                  </a:lnTo>
                  <a:lnTo>
                    <a:pt x="444443" y="4007473"/>
                  </a:lnTo>
                  <a:lnTo>
                    <a:pt x="417326" y="3969373"/>
                  </a:lnTo>
                  <a:lnTo>
                    <a:pt x="391068" y="3931273"/>
                  </a:lnTo>
                  <a:lnTo>
                    <a:pt x="365668" y="3893173"/>
                  </a:lnTo>
                  <a:lnTo>
                    <a:pt x="341125" y="3855073"/>
                  </a:lnTo>
                  <a:lnTo>
                    <a:pt x="317439" y="3816973"/>
                  </a:lnTo>
                  <a:lnTo>
                    <a:pt x="294610" y="3778873"/>
                  </a:lnTo>
                  <a:lnTo>
                    <a:pt x="272637" y="3740773"/>
                  </a:lnTo>
                  <a:lnTo>
                    <a:pt x="251519" y="3689973"/>
                  </a:lnTo>
                  <a:lnTo>
                    <a:pt x="231256" y="3651873"/>
                  </a:lnTo>
                  <a:lnTo>
                    <a:pt x="211848" y="3613773"/>
                  </a:lnTo>
                  <a:lnTo>
                    <a:pt x="193294" y="3575673"/>
                  </a:lnTo>
                  <a:lnTo>
                    <a:pt x="175593" y="3524873"/>
                  </a:lnTo>
                  <a:lnTo>
                    <a:pt x="158745" y="3486773"/>
                  </a:lnTo>
                  <a:lnTo>
                    <a:pt x="142749" y="3448673"/>
                  </a:lnTo>
                  <a:lnTo>
                    <a:pt x="127606" y="3397873"/>
                  </a:lnTo>
                  <a:lnTo>
                    <a:pt x="113313" y="3359773"/>
                  </a:lnTo>
                  <a:lnTo>
                    <a:pt x="99872" y="3308973"/>
                  </a:lnTo>
                  <a:lnTo>
                    <a:pt x="87281" y="3270873"/>
                  </a:lnTo>
                  <a:lnTo>
                    <a:pt x="75539" y="3232773"/>
                  </a:lnTo>
                  <a:lnTo>
                    <a:pt x="64647" y="3181973"/>
                  </a:lnTo>
                  <a:lnTo>
                    <a:pt x="54604" y="3143873"/>
                  </a:lnTo>
                  <a:lnTo>
                    <a:pt x="45409" y="3093073"/>
                  </a:lnTo>
                  <a:lnTo>
                    <a:pt x="37061" y="3054973"/>
                  </a:lnTo>
                  <a:lnTo>
                    <a:pt x="29561" y="3004173"/>
                  </a:lnTo>
                  <a:lnTo>
                    <a:pt x="22908" y="2966073"/>
                  </a:lnTo>
                  <a:lnTo>
                    <a:pt x="17101" y="2915273"/>
                  </a:lnTo>
                  <a:lnTo>
                    <a:pt x="12140" y="2877173"/>
                  </a:lnTo>
                  <a:lnTo>
                    <a:pt x="8023" y="2826373"/>
                  </a:lnTo>
                  <a:lnTo>
                    <a:pt x="4752" y="2788273"/>
                  </a:lnTo>
                  <a:lnTo>
                    <a:pt x="2324" y="2737473"/>
                  </a:lnTo>
                  <a:lnTo>
                    <a:pt x="740" y="2699373"/>
                  </a:lnTo>
                  <a:lnTo>
                    <a:pt x="0" y="2648573"/>
                  </a:lnTo>
                  <a:lnTo>
                    <a:pt x="101" y="2610473"/>
                  </a:lnTo>
                  <a:lnTo>
                    <a:pt x="1045" y="2559673"/>
                  </a:lnTo>
                  <a:lnTo>
                    <a:pt x="5457" y="2470773"/>
                  </a:lnTo>
                  <a:lnTo>
                    <a:pt x="8924" y="2432673"/>
                  </a:lnTo>
                  <a:lnTo>
                    <a:pt x="13231" y="2381873"/>
                  </a:lnTo>
                  <a:lnTo>
                    <a:pt x="18378" y="2343773"/>
                  </a:lnTo>
                  <a:lnTo>
                    <a:pt x="24363" y="2292973"/>
                  </a:lnTo>
                  <a:lnTo>
                    <a:pt x="31187" y="2254873"/>
                  </a:lnTo>
                  <a:lnTo>
                    <a:pt x="38849" y="2204073"/>
                  </a:lnTo>
                  <a:lnTo>
                    <a:pt x="47349" y="2165973"/>
                  </a:lnTo>
                  <a:lnTo>
                    <a:pt x="56685" y="2115173"/>
                  </a:lnTo>
                  <a:lnTo>
                    <a:pt x="66857" y="2077073"/>
                  </a:lnTo>
                  <a:lnTo>
                    <a:pt x="77866" y="2026273"/>
                  </a:lnTo>
                  <a:lnTo>
                    <a:pt x="89710" y="1988173"/>
                  </a:lnTo>
                  <a:lnTo>
                    <a:pt x="102389" y="1950073"/>
                  </a:lnTo>
                  <a:lnTo>
                    <a:pt x="115902" y="1899273"/>
                  </a:lnTo>
                  <a:lnTo>
                    <a:pt x="130249" y="1861173"/>
                  </a:lnTo>
                  <a:lnTo>
                    <a:pt x="145429" y="1823073"/>
                  </a:lnTo>
                  <a:lnTo>
                    <a:pt x="161442" y="1772273"/>
                  </a:lnTo>
                  <a:lnTo>
                    <a:pt x="178287" y="1734173"/>
                  </a:lnTo>
                  <a:lnTo>
                    <a:pt x="195964" y="1696073"/>
                  </a:lnTo>
                  <a:lnTo>
                    <a:pt x="214472" y="1645273"/>
                  </a:lnTo>
                  <a:lnTo>
                    <a:pt x="233811" y="1607173"/>
                  </a:lnTo>
                  <a:lnTo>
                    <a:pt x="253980" y="1569073"/>
                  </a:lnTo>
                  <a:lnTo>
                    <a:pt x="274979" y="1530973"/>
                  </a:lnTo>
                  <a:lnTo>
                    <a:pt x="296807" y="1492873"/>
                  </a:lnTo>
                  <a:lnTo>
                    <a:pt x="319464" y="1442073"/>
                  </a:lnTo>
                  <a:lnTo>
                    <a:pt x="342949" y="1403973"/>
                  </a:lnTo>
                  <a:lnTo>
                    <a:pt x="367261" y="1365873"/>
                  </a:lnTo>
                  <a:lnTo>
                    <a:pt x="392401" y="1327773"/>
                  </a:lnTo>
                  <a:lnTo>
                    <a:pt x="418367" y="1289673"/>
                  </a:lnTo>
                  <a:lnTo>
                    <a:pt x="445159" y="1251573"/>
                  </a:lnTo>
                  <a:lnTo>
                    <a:pt x="472777" y="1213473"/>
                  </a:lnTo>
                  <a:lnTo>
                    <a:pt x="501220" y="1175373"/>
                  </a:lnTo>
                  <a:lnTo>
                    <a:pt x="530487" y="1149973"/>
                  </a:lnTo>
                  <a:lnTo>
                    <a:pt x="1776246" y="0"/>
                  </a:lnTo>
                  <a:lnTo>
                    <a:pt x="2696208" y="0"/>
                  </a:lnTo>
                  <a:lnTo>
                    <a:pt x="2696208" y="4970115"/>
                  </a:lnTo>
                  <a:close/>
                </a:path>
                <a:path w="2696209" h="4985385">
                  <a:moveTo>
                    <a:pt x="2642838" y="4972673"/>
                  </a:moveTo>
                  <a:lnTo>
                    <a:pt x="2598325" y="4985373"/>
                  </a:lnTo>
                  <a:lnTo>
                    <a:pt x="2151849" y="4985373"/>
                  </a:lnTo>
                  <a:lnTo>
                    <a:pt x="2107351" y="4972673"/>
                  </a:lnTo>
                  <a:lnTo>
                    <a:pt x="2642838" y="4972673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907976" y="0"/>
              <a:ext cx="2380615" cy="978535"/>
            </a:xfrm>
            <a:custGeom>
              <a:avLst/>
              <a:gdLst/>
              <a:ahLst/>
              <a:cxnLst/>
              <a:rect l="l" t="t" r="r" b="b"/>
              <a:pathLst>
                <a:path w="2380615" h="978535">
                  <a:moveTo>
                    <a:pt x="2380023" y="263668"/>
                  </a:moveTo>
                  <a:lnTo>
                    <a:pt x="1940635" y="669272"/>
                  </a:lnTo>
                  <a:lnTo>
                    <a:pt x="1904680" y="701140"/>
                  </a:lnTo>
                  <a:lnTo>
                    <a:pt x="1867787" y="731262"/>
                  </a:lnTo>
                  <a:lnTo>
                    <a:pt x="1830008" y="759641"/>
                  </a:lnTo>
                  <a:lnTo>
                    <a:pt x="1791397" y="786278"/>
                  </a:lnTo>
                  <a:lnTo>
                    <a:pt x="1752007" y="811176"/>
                  </a:lnTo>
                  <a:lnTo>
                    <a:pt x="1711890" y="834338"/>
                  </a:lnTo>
                  <a:lnTo>
                    <a:pt x="1671100" y="855764"/>
                  </a:lnTo>
                  <a:lnTo>
                    <a:pt x="1629689" y="875458"/>
                  </a:lnTo>
                  <a:lnTo>
                    <a:pt x="1587711" y="893421"/>
                  </a:lnTo>
                  <a:lnTo>
                    <a:pt x="1545218" y="909655"/>
                  </a:lnTo>
                  <a:lnTo>
                    <a:pt x="1502264" y="924163"/>
                  </a:lnTo>
                  <a:lnTo>
                    <a:pt x="1458901" y="936947"/>
                  </a:lnTo>
                  <a:lnTo>
                    <a:pt x="1415182" y="948009"/>
                  </a:lnTo>
                  <a:lnTo>
                    <a:pt x="1371161" y="957351"/>
                  </a:lnTo>
                  <a:lnTo>
                    <a:pt x="1326890" y="964974"/>
                  </a:lnTo>
                  <a:lnTo>
                    <a:pt x="1282422" y="970882"/>
                  </a:lnTo>
                  <a:lnTo>
                    <a:pt x="1237811" y="975076"/>
                  </a:lnTo>
                  <a:lnTo>
                    <a:pt x="1193109" y="977559"/>
                  </a:lnTo>
                  <a:lnTo>
                    <a:pt x="1148369" y="978332"/>
                  </a:lnTo>
                  <a:lnTo>
                    <a:pt x="1103645" y="977398"/>
                  </a:lnTo>
                  <a:lnTo>
                    <a:pt x="1058988" y="974758"/>
                  </a:lnTo>
                  <a:lnTo>
                    <a:pt x="1014453" y="970416"/>
                  </a:lnTo>
                  <a:lnTo>
                    <a:pt x="970092" y="964372"/>
                  </a:lnTo>
                  <a:lnTo>
                    <a:pt x="925958" y="956630"/>
                  </a:lnTo>
                  <a:lnTo>
                    <a:pt x="882104" y="947191"/>
                  </a:lnTo>
                  <a:lnTo>
                    <a:pt x="838583" y="936057"/>
                  </a:lnTo>
                  <a:lnTo>
                    <a:pt x="795448" y="923231"/>
                  </a:lnTo>
                  <a:lnTo>
                    <a:pt x="752752" y="908714"/>
                  </a:lnTo>
                  <a:lnTo>
                    <a:pt x="710548" y="892509"/>
                  </a:lnTo>
                  <a:lnTo>
                    <a:pt x="668889" y="874618"/>
                  </a:lnTo>
                  <a:lnTo>
                    <a:pt x="627828" y="855043"/>
                  </a:lnTo>
                  <a:lnTo>
                    <a:pt x="587418" y="833786"/>
                  </a:lnTo>
                  <a:lnTo>
                    <a:pt x="547712" y="810849"/>
                  </a:lnTo>
                  <a:lnTo>
                    <a:pt x="508831" y="786278"/>
                  </a:lnTo>
                  <a:lnTo>
                    <a:pt x="470623" y="759944"/>
                  </a:lnTo>
                  <a:lnTo>
                    <a:pt x="433346" y="731981"/>
                  </a:lnTo>
                  <a:lnTo>
                    <a:pt x="396985" y="702346"/>
                  </a:lnTo>
                  <a:lnTo>
                    <a:pt x="361593" y="671042"/>
                  </a:lnTo>
                  <a:lnTo>
                    <a:pt x="327222" y="638070"/>
                  </a:lnTo>
                  <a:lnTo>
                    <a:pt x="293926" y="603434"/>
                  </a:lnTo>
                  <a:lnTo>
                    <a:pt x="262059" y="567479"/>
                  </a:lnTo>
                  <a:lnTo>
                    <a:pt x="231937" y="530586"/>
                  </a:lnTo>
                  <a:lnTo>
                    <a:pt x="203558" y="492808"/>
                  </a:lnTo>
                  <a:lnTo>
                    <a:pt x="176921" y="454197"/>
                  </a:lnTo>
                  <a:lnTo>
                    <a:pt x="152022" y="414806"/>
                  </a:lnTo>
                  <a:lnTo>
                    <a:pt x="128861" y="374690"/>
                  </a:lnTo>
                  <a:lnTo>
                    <a:pt x="107434" y="333899"/>
                  </a:lnTo>
                  <a:lnTo>
                    <a:pt x="87741" y="292489"/>
                  </a:lnTo>
                  <a:lnTo>
                    <a:pt x="69778" y="250510"/>
                  </a:lnTo>
                  <a:lnTo>
                    <a:pt x="53543" y="208018"/>
                  </a:lnTo>
                  <a:lnTo>
                    <a:pt x="39035" y="165063"/>
                  </a:lnTo>
                  <a:lnTo>
                    <a:pt x="26251" y="121700"/>
                  </a:lnTo>
                  <a:lnTo>
                    <a:pt x="15189" y="77982"/>
                  </a:lnTo>
                  <a:lnTo>
                    <a:pt x="5848" y="33961"/>
                  </a:lnTo>
                  <a:lnTo>
                    <a:pt x="0" y="0"/>
                  </a:lnTo>
                  <a:lnTo>
                    <a:pt x="2380023" y="0"/>
                  </a:lnTo>
                  <a:lnTo>
                    <a:pt x="2380023" y="263668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4559475" y="8730384"/>
            <a:ext cx="2971800" cy="1557020"/>
          </a:xfrm>
          <a:custGeom>
            <a:avLst/>
            <a:gdLst/>
            <a:ahLst/>
            <a:cxnLst/>
            <a:rect l="l" t="t" r="r" b="b"/>
            <a:pathLst>
              <a:path w="2971800" h="1557020">
                <a:moveTo>
                  <a:pt x="0" y="1556613"/>
                </a:moveTo>
                <a:lnTo>
                  <a:pt x="52087" y="1504187"/>
                </a:lnTo>
                <a:lnTo>
                  <a:pt x="1415120" y="245956"/>
                </a:lnTo>
                <a:lnTo>
                  <a:pt x="1451010" y="214469"/>
                </a:lnTo>
                <a:lnTo>
                  <a:pt x="1488049" y="185152"/>
                </a:lnTo>
                <a:lnTo>
                  <a:pt x="1526157" y="158001"/>
                </a:lnTo>
                <a:lnTo>
                  <a:pt x="1565251" y="133014"/>
                </a:lnTo>
                <a:lnTo>
                  <a:pt x="1605248" y="110187"/>
                </a:lnTo>
                <a:lnTo>
                  <a:pt x="1646066" y="89517"/>
                </a:lnTo>
                <a:lnTo>
                  <a:pt x="1687623" y="71000"/>
                </a:lnTo>
                <a:lnTo>
                  <a:pt x="1729836" y="54634"/>
                </a:lnTo>
                <a:lnTo>
                  <a:pt x="1772623" y="40414"/>
                </a:lnTo>
                <a:lnTo>
                  <a:pt x="1815902" y="28338"/>
                </a:lnTo>
                <a:lnTo>
                  <a:pt x="1859590" y="18403"/>
                </a:lnTo>
                <a:lnTo>
                  <a:pt x="1903605" y="10605"/>
                </a:lnTo>
                <a:lnTo>
                  <a:pt x="1947865" y="4940"/>
                </a:lnTo>
                <a:lnTo>
                  <a:pt x="1992287" y="1406"/>
                </a:lnTo>
                <a:lnTo>
                  <a:pt x="2036789" y="0"/>
                </a:lnTo>
                <a:lnTo>
                  <a:pt x="2081288" y="717"/>
                </a:lnTo>
                <a:lnTo>
                  <a:pt x="2125703" y="3554"/>
                </a:lnTo>
                <a:lnTo>
                  <a:pt x="2169951" y="8509"/>
                </a:lnTo>
                <a:lnTo>
                  <a:pt x="2213949" y="15579"/>
                </a:lnTo>
                <a:lnTo>
                  <a:pt x="2257615" y="24758"/>
                </a:lnTo>
                <a:lnTo>
                  <a:pt x="2300867" y="36046"/>
                </a:lnTo>
                <a:lnTo>
                  <a:pt x="2343622" y="49437"/>
                </a:lnTo>
                <a:lnTo>
                  <a:pt x="2385799" y="64930"/>
                </a:lnTo>
                <a:lnTo>
                  <a:pt x="2427315" y="82520"/>
                </a:lnTo>
                <a:lnTo>
                  <a:pt x="2468086" y="102204"/>
                </a:lnTo>
                <a:lnTo>
                  <a:pt x="2508032" y="123979"/>
                </a:lnTo>
                <a:lnTo>
                  <a:pt x="2547070" y="147842"/>
                </a:lnTo>
                <a:lnTo>
                  <a:pt x="2585117" y="173789"/>
                </a:lnTo>
                <a:lnTo>
                  <a:pt x="2622091" y="201818"/>
                </a:lnTo>
                <a:lnTo>
                  <a:pt x="2657910" y="231924"/>
                </a:lnTo>
                <a:lnTo>
                  <a:pt x="2692491" y="264105"/>
                </a:lnTo>
                <a:lnTo>
                  <a:pt x="2725751" y="298358"/>
                </a:lnTo>
                <a:lnTo>
                  <a:pt x="2757239" y="334246"/>
                </a:lnTo>
                <a:lnTo>
                  <a:pt x="2786556" y="371286"/>
                </a:lnTo>
                <a:lnTo>
                  <a:pt x="2813707" y="409394"/>
                </a:lnTo>
                <a:lnTo>
                  <a:pt x="2838694" y="448488"/>
                </a:lnTo>
                <a:lnTo>
                  <a:pt x="2861521" y="488485"/>
                </a:lnTo>
                <a:lnTo>
                  <a:pt x="2882192" y="529303"/>
                </a:lnTo>
                <a:lnTo>
                  <a:pt x="2900708" y="570860"/>
                </a:lnTo>
                <a:lnTo>
                  <a:pt x="2917075" y="613073"/>
                </a:lnTo>
                <a:lnTo>
                  <a:pt x="2931294" y="655860"/>
                </a:lnTo>
                <a:lnTo>
                  <a:pt x="2943370" y="699139"/>
                </a:lnTo>
                <a:lnTo>
                  <a:pt x="2953305" y="742827"/>
                </a:lnTo>
                <a:lnTo>
                  <a:pt x="2961104" y="786843"/>
                </a:lnTo>
                <a:lnTo>
                  <a:pt x="2966768" y="831102"/>
                </a:lnTo>
                <a:lnTo>
                  <a:pt x="2970302" y="875524"/>
                </a:lnTo>
                <a:lnTo>
                  <a:pt x="2971709" y="920026"/>
                </a:lnTo>
                <a:lnTo>
                  <a:pt x="2970992" y="964526"/>
                </a:lnTo>
                <a:lnTo>
                  <a:pt x="2968154" y="1008940"/>
                </a:lnTo>
                <a:lnTo>
                  <a:pt x="2963199" y="1053188"/>
                </a:lnTo>
                <a:lnTo>
                  <a:pt x="2956130" y="1097186"/>
                </a:lnTo>
                <a:lnTo>
                  <a:pt x="2946950" y="1140852"/>
                </a:lnTo>
                <a:lnTo>
                  <a:pt x="2935663" y="1184104"/>
                </a:lnTo>
                <a:lnTo>
                  <a:pt x="2922271" y="1226860"/>
                </a:lnTo>
                <a:lnTo>
                  <a:pt x="2906779" y="1269037"/>
                </a:lnTo>
                <a:lnTo>
                  <a:pt x="2889189" y="1310552"/>
                </a:lnTo>
                <a:lnTo>
                  <a:pt x="2869504" y="1351324"/>
                </a:lnTo>
                <a:lnTo>
                  <a:pt x="2847729" y="1391270"/>
                </a:lnTo>
                <a:lnTo>
                  <a:pt x="2823866" y="1430307"/>
                </a:lnTo>
                <a:lnTo>
                  <a:pt x="2797919" y="1468354"/>
                </a:lnTo>
                <a:lnTo>
                  <a:pt x="2769890" y="1505328"/>
                </a:lnTo>
                <a:lnTo>
                  <a:pt x="2739784" y="1541147"/>
                </a:lnTo>
                <a:lnTo>
                  <a:pt x="2725390" y="1556614"/>
                </a:lnTo>
              </a:path>
            </a:pathLst>
          </a:custGeom>
          <a:ln w="114300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13497" y="0"/>
            <a:ext cx="3070860" cy="1671320"/>
          </a:xfrm>
          <a:custGeom>
            <a:avLst/>
            <a:gdLst/>
            <a:ahLst/>
            <a:cxnLst/>
            <a:rect l="l" t="t" r="r" b="b"/>
            <a:pathLst>
              <a:path w="3070860" h="1671320">
                <a:moveTo>
                  <a:pt x="3070472" y="0"/>
                </a:moveTo>
                <a:lnTo>
                  <a:pt x="3029470" y="55979"/>
                </a:lnTo>
                <a:lnTo>
                  <a:pt x="2999231" y="91956"/>
                </a:lnTo>
                <a:lnTo>
                  <a:pt x="2966908" y="126689"/>
                </a:lnTo>
                <a:lnTo>
                  <a:pt x="2932504" y="160097"/>
                </a:lnTo>
                <a:lnTo>
                  <a:pt x="1563457" y="1423879"/>
                </a:lnTo>
                <a:lnTo>
                  <a:pt x="1527409" y="1455506"/>
                </a:lnTo>
                <a:lnTo>
                  <a:pt x="1490206" y="1484952"/>
                </a:lnTo>
                <a:lnTo>
                  <a:pt x="1451930" y="1512223"/>
                </a:lnTo>
                <a:lnTo>
                  <a:pt x="1412664" y="1537320"/>
                </a:lnTo>
                <a:lnTo>
                  <a:pt x="1372490" y="1560248"/>
                </a:lnTo>
                <a:lnTo>
                  <a:pt x="1331492" y="1581010"/>
                </a:lnTo>
                <a:lnTo>
                  <a:pt x="1289752" y="1599608"/>
                </a:lnTo>
                <a:lnTo>
                  <a:pt x="1247352" y="1616047"/>
                </a:lnTo>
                <a:lnTo>
                  <a:pt x="1204376" y="1630329"/>
                </a:lnTo>
                <a:lnTo>
                  <a:pt x="1160906" y="1642458"/>
                </a:lnTo>
                <a:lnTo>
                  <a:pt x="1117025" y="1652437"/>
                </a:lnTo>
                <a:lnTo>
                  <a:pt x="1072816" y="1660270"/>
                </a:lnTo>
                <a:lnTo>
                  <a:pt x="1028361" y="1665959"/>
                </a:lnTo>
                <a:lnTo>
                  <a:pt x="983743" y="1669509"/>
                </a:lnTo>
                <a:lnTo>
                  <a:pt x="939045" y="1670922"/>
                </a:lnTo>
                <a:lnTo>
                  <a:pt x="894349" y="1670202"/>
                </a:lnTo>
                <a:lnTo>
                  <a:pt x="849738" y="1667351"/>
                </a:lnTo>
                <a:lnTo>
                  <a:pt x="805295" y="1662374"/>
                </a:lnTo>
                <a:lnTo>
                  <a:pt x="761103" y="1655274"/>
                </a:lnTo>
                <a:lnTo>
                  <a:pt x="717244" y="1646053"/>
                </a:lnTo>
                <a:lnTo>
                  <a:pt x="673801" y="1634716"/>
                </a:lnTo>
                <a:lnTo>
                  <a:pt x="630857" y="1621266"/>
                </a:lnTo>
                <a:lnTo>
                  <a:pt x="588494" y="1605705"/>
                </a:lnTo>
                <a:lnTo>
                  <a:pt x="546796" y="1588037"/>
                </a:lnTo>
                <a:lnTo>
                  <a:pt x="505844" y="1568266"/>
                </a:lnTo>
                <a:lnTo>
                  <a:pt x="465722" y="1546395"/>
                </a:lnTo>
                <a:lnTo>
                  <a:pt x="426512" y="1522426"/>
                </a:lnTo>
                <a:lnTo>
                  <a:pt x="388297" y="1496364"/>
                </a:lnTo>
                <a:lnTo>
                  <a:pt x="351160" y="1468212"/>
                </a:lnTo>
                <a:lnTo>
                  <a:pt x="315183" y="1437973"/>
                </a:lnTo>
                <a:lnTo>
                  <a:pt x="280450" y="1405650"/>
                </a:lnTo>
                <a:lnTo>
                  <a:pt x="246986" y="1371296"/>
                </a:lnTo>
                <a:lnTo>
                  <a:pt x="215416" y="1335199"/>
                </a:lnTo>
                <a:lnTo>
                  <a:pt x="185969" y="1297996"/>
                </a:lnTo>
                <a:lnTo>
                  <a:pt x="158698" y="1259720"/>
                </a:lnTo>
                <a:lnTo>
                  <a:pt x="133601" y="1220454"/>
                </a:lnTo>
                <a:lnTo>
                  <a:pt x="110673" y="1180280"/>
                </a:lnTo>
                <a:lnTo>
                  <a:pt x="89912" y="1139282"/>
                </a:lnTo>
                <a:lnTo>
                  <a:pt x="71313" y="1097542"/>
                </a:lnTo>
                <a:lnTo>
                  <a:pt x="54875" y="1055142"/>
                </a:lnTo>
                <a:lnTo>
                  <a:pt x="40593" y="1012166"/>
                </a:lnTo>
                <a:lnTo>
                  <a:pt x="28463" y="968696"/>
                </a:lnTo>
                <a:lnTo>
                  <a:pt x="18484" y="924815"/>
                </a:lnTo>
                <a:lnTo>
                  <a:pt x="10652" y="880606"/>
                </a:lnTo>
                <a:lnTo>
                  <a:pt x="4962" y="836151"/>
                </a:lnTo>
                <a:lnTo>
                  <a:pt x="1412" y="791533"/>
                </a:lnTo>
                <a:lnTo>
                  <a:pt x="0" y="746835"/>
                </a:lnTo>
                <a:lnTo>
                  <a:pt x="720" y="702139"/>
                </a:lnTo>
                <a:lnTo>
                  <a:pt x="3570" y="657528"/>
                </a:lnTo>
                <a:lnTo>
                  <a:pt x="8547" y="613085"/>
                </a:lnTo>
                <a:lnTo>
                  <a:pt x="15647" y="568893"/>
                </a:lnTo>
                <a:lnTo>
                  <a:pt x="24868" y="525034"/>
                </a:lnTo>
                <a:lnTo>
                  <a:pt x="36205" y="481591"/>
                </a:lnTo>
                <a:lnTo>
                  <a:pt x="49656" y="438647"/>
                </a:lnTo>
                <a:lnTo>
                  <a:pt x="65217" y="396284"/>
                </a:lnTo>
                <a:lnTo>
                  <a:pt x="82884" y="354586"/>
                </a:lnTo>
                <a:lnTo>
                  <a:pt x="102655" y="313634"/>
                </a:lnTo>
                <a:lnTo>
                  <a:pt x="124527" y="273512"/>
                </a:lnTo>
                <a:lnTo>
                  <a:pt x="148495" y="234302"/>
                </a:lnTo>
                <a:lnTo>
                  <a:pt x="174557" y="196087"/>
                </a:lnTo>
                <a:lnTo>
                  <a:pt x="202709" y="158950"/>
                </a:lnTo>
                <a:lnTo>
                  <a:pt x="232948" y="122973"/>
                </a:lnTo>
                <a:lnTo>
                  <a:pt x="265271" y="88240"/>
                </a:lnTo>
                <a:lnTo>
                  <a:pt x="299675" y="54832"/>
                </a:lnTo>
                <a:lnTo>
                  <a:pt x="359074" y="0"/>
                </a:lnTo>
              </a:path>
            </a:pathLst>
          </a:custGeom>
          <a:ln w="114300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059198" y="2357157"/>
            <a:ext cx="12169775" cy="2409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650" spc="-605" dirty="0"/>
              <a:t>BRAINBURST</a:t>
            </a:r>
            <a:endParaRPr sz="156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58932" y="2250693"/>
            <a:ext cx="9570720" cy="1633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50" spc="-300" dirty="0"/>
              <a:t>TEAM</a:t>
            </a:r>
            <a:r>
              <a:rPr sz="10550" spc="370" dirty="0"/>
              <a:t> </a:t>
            </a:r>
            <a:r>
              <a:rPr sz="10550" spc="-835" dirty="0"/>
              <a:t>PROJECT</a:t>
            </a:r>
            <a:endParaRPr sz="10550"/>
          </a:p>
        </p:txBody>
      </p:sp>
      <p:sp>
        <p:nvSpPr>
          <p:cNvPr id="3" name="object 3"/>
          <p:cNvSpPr txBox="1"/>
          <p:nvPr/>
        </p:nvSpPr>
        <p:spPr>
          <a:xfrm>
            <a:off x="5758316" y="4969240"/>
            <a:ext cx="6771367" cy="28664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0" marR="544195" indent="-514350">
              <a:lnSpc>
                <a:spcPct val="116799"/>
              </a:lnSpc>
              <a:spcBef>
                <a:spcPts val="100"/>
              </a:spcBef>
              <a:buAutoNum type="arabicPeriod"/>
            </a:pPr>
            <a:r>
              <a:rPr sz="3150" spc="-10" dirty="0" err="1">
                <a:solidFill>
                  <a:srgbClr val="61654D"/>
                </a:solidFill>
                <a:latin typeface="Lucida Sans Unicode"/>
                <a:cs typeface="Lucida Sans Unicode"/>
              </a:rPr>
              <a:t>Бішко</a:t>
            </a:r>
            <a:r>
              <a:rPr sz="31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-10" dirty="0" err="1">
                <a:solidFill>
                  <a:srgbClr val="61654D"/>
                </a:solidFill>
                <a:latin typeface="Lucida Sans Unicode"/>
                <a:cs typeface="Lucida Sans Unicode"/>
              </a:rPr>
              <a:t>Володимир</a:t>
            </a:r>
            <a:r>
              <a:rPr sz="31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endParaRPr lang="uk-UA" sz="3150" spc="-10" dirty="0">
              <a:solidFill>
                <a:srgbClr val="61654D"/>
              </a:solidFill>
              <a:latin typeface="Lucida Sans Unicode"/>
              <a:cs typeface="Lucida Sans Unicode"/>
            </a:endParaRPr>
          </a:p>
          <a:p>
            <a:pPr marL="527050" marR="544195" indent="-514350">
              <a:lnSpc>
                <a:spcPct val="116799"/>
              </a:lnSpc>
              <a:spcBef>
                <a:spcPts val="100"/>
              </a:spcBef>
              <a:buAutoNum type="arabicPeriod"/>
            </a:pPr>
            <a:r>
              <a:rPr sz="3150" spc="110" dirty="0" err="1">
                <a:solidFill>
                  <a:srgbClr val="61654D"/>
                </a:solidFill>
                <a:latin typeface="Lucida Sans Unicode"/>
                <a:cs typeface="Lucida Sans Unicode"/>
              </a:rPr>
              <a:t>Вей</a:t>
            </a:r>
            <a:r>
              <a:rPr sz="3150" spc="-13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-10" dirty="0" err="1">
                <a:solidFill>
                  <a:srgbClr val="61654D"/>
                </a:solidFill>
                <a:latin typeface="Lucida Sans Unicode"/>
                <a:cs typeface="Lucida Sans Unicode"/>
              </a:rPr>
              <a:t>Христина</a:t>
            </a:r>
            <a:endParaRPr lang="uk-UA" sz="3150" spc="-10" dirty="0">
              <a:latin typeface="Lucida Sans Unicode"/>
              <a:cs typeface="Lucida Sans Unicode"/>
            </a:endParaRPr>
          </a:p>
          <a:p>
            <a:pPr marL="527050" marR="544195" indent="-514350">
              <a:lnSpc>
                <a:spcPct val="116799"/>
              </a:lnSpc>
              <a:spcBef>
                <a:spcPts val="100"/>
              </a:spcBef>
              <a:buAutoNum type="arabicPeriod"/>
            </a:pP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Бутвинник</a:t>
            </a:r>
            <a:r>
              <a:rPr sz="3150" spc="18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30" dirty="0">
                <a:solidFill>
                  <a:srgbClr val="61654D"/>
                </a:solidFill>
                <a:latin typeface="Lucida Sans Unicode"/>
                <a:cs typeface="Lucida Sans Unicode"/>
              </a:rPr>
              <a:t>Юрій</a:t>
            </a:r>
            <a:endParaRPr lang="uk-UA" sz="3150" dirty="0">
              <a:latin typeface="Lucida Sans Unicode"/>
              <a:cs typeface="Lucida Sans Unicode"/>
            </a:endParaRPr>
          </a:p>
          <a:p>
            <a:pPr marL="527050" marR="544195" indent="-514350">
              <a:lnSpc>
                <a:spcPct val="116799"/>
              </a:lnSpc>
              <a:spcBef>
                <a:spcPts val="100"/>
              </a:spcBef>
              <a:buAutoNum type="arabicPeriod"/>
            </a:pPr>
            <a:r>
              <a:rPr sz="3150" spc="-10" dirty="0" err="1">
                <a:solidFill>
                  <a:srgbClr val="61654D"/>
                </a:solidFill>
                <a:latin typeface="Lucida Sans Unicode"/>
                <a:cs typeface="Lucida Sans Unicode"/>
              </a:rPr>
              <a:t>Петришин</a:t>
            </a:r>
            <a:r>
              <a:rPr sz="31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40" dirty="0" err="1">
                <a:solidFill>
                  <a:srgbClr val="61654D"/>
                </a:solidFill>
                <a:latin typeface="Lucida Sans Unicode"/>
                <a:cs typeface="Lucida Sans Unicode"/>
              </a:rPr>
              <a:t>Любо</a:t>
            </a:r>
            <a:r>
              <a:rPr lang="uk-UA" sz="3150" spc="40" dirty="0">
                <a:solidFill>
                  <a:srgbClr val="61654D"/>
                </a:solidFill>
                <a:latin typeface="Lucida Sans Unicode"/>
                <a:cs typeface="Lucida Sans Unicode"/>
              </a:rPr>
              <a:t>в</a:t>
            </a:r>
          </a:p>
          <a:p>
            <a:pPr marL="527050" marR="544195" indent="-514350">
              <a:lnSpc>
                <a:spcPct val="116799"/>
              </a:lnSpc>
              <a:spcBef>
                <a:spcPts val="100"/>
              </a:spcBef>
              <a:buAutoNum type="arabicPeriod"/>
            </a:pPr>
            <a:r>
              <a:rPr lang="uk-UA" sz="3150" spc="40" dirty="0" err="1">
                <a:solidFill>
                  <a:srgbClr val="61654D"/>
                </a:solidFill>
                <a:latin typeface="Lucida Sans Unicode"/>
                <a:cs typeface="Lucida Sans Unicode"/>
              </a:rPr>
              <a:t>Магдич</a:t>
            </a:r>
            <a:r>
              <a:rPr lang="uk-UA" sz="3150" spc="40" dirty="0">
                <a:solidFill>
                  <a:srgbClr val="61654D"/>
                </a:solidFill>
                <a:latin typeface="Lucida Sans Unicode"/>
                <a:cs typeface="Lucida Sans Unicode"/>
              </a:rPr>
              <a:t> Роман</a:t>
            </a:r>
            <a:endParaRPr lang="uk-UA" sz="31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84751" y="1265753"/>
            <a:ext cx="7718425" cy="151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750" spc="-355" dirty="0"/>
              <a:t>ІДЕЯ</a:t>
            </a:r>
            <a:r>
              <a:rPr sz="9750" spc="100" dirty="0"/>
              <a:t> </a:t>
            </a:r>
            <a:r>
              <a:rPr sz="9750" dirty="0"/>
              <a:t>ТА</a:t>
            </a:r>
            <a:r>
              <a:rPr sz="9750" spc="95" dirty="0"/>
              <a:t> ЦІЛІ</a:t>
            </a:r>
            <a:endParaRPr sz="9750"/>
          </a:p>
        </p:txBody>
      </p:sp>
      <p:sp>
        <p:nvSpPr>
          <p:cNvPr id="3" name="object 3"/>
          <p:cNvSpPr txBox="1"/>
          <p:nvPr/>
        </p:nvSpPr>
        <p:spPr>
          <a:xfrm>
            <a:off x="4332935" y="3280291"/>
            <a:ext cx="9851390" cy="5391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50" spc="-20" dirty="0">
                <a:solidFill>
                  <a:srgbClr val="61654D"/>
                </a:solidFill>
                <a:latin typeface="Arial MT"/>
                <a:cs typeface="Arial MT"/>
              </a:rPr>
              <a:t>BrainBurst</a:t>
            </a:r>
            <a:r>
              <a:rPr sz="3350" spc="-14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3350" spc="-405" dirty="0">
                <a:solidFill>
                  <a:srgbClr val="61654D"/>
                </a:solidFill>
                <a:latin typeface="Arial MT"/>
                <a:cs typeface="Arial MT"/>
              </a:rPr>
              <a:t>—</a:t>
            </a:r>
            <a:r>
              <a:rPr sz="3350" spc="-14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це</a:t>
            </a:r>
            <a:r>
              <a:rPr sz="3150" spc="-11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350" spc="-55" dirty="0">
                <a:solidFill>
                  <a:srgbClr val="61654D"/>
                </a:solidFill>
                <a:latin typeface="Arial MT"/>
                <a:cs typeface="Arial MT"/>
              </a:rPr>
              <a:t>AI-</a:t>
            </a:r>
            <a:r>
              <a:rPr sz="3150" spc="-110" dirty="0">
                <a:solidFill>
                  <a:srgbClr val="61654D"/>
                </a:solidFill>
                <a:latin typeface="Lucida Sans Unicode"/>
                <a:cs typeface="Lucida Sans Unicode"/>
              </a:rPr>
              <a:t>додаток</a:t>
            </a:r>
            <a:r>
              <a:rPr sz="3350" spc="-110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r>
              <a:rPr sz="3350" spc="3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3150" spc="60" dirty="0">
                <a:solidFill>
                  <a:srgbClr val="61654D"/>
                </a:solidFill>
                <a:latin typeface="Lucida Sans Unicode"/>
                <a:cs typeface="Lucida Sans Unicode"/>
              </a:rPr>
              <a:t>який</a:t>
            </a:r>
            <a:r>
              <a:rPr sz="3150" spc="-114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перетворює</a:t>
            </a:r>
            <a:r>
              <a:rPr sz="3150" spc="-114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-20" dirty="0">
                <a:solidFill>
                  <a:srgbClr val="61654D"/>
                </a:solidFill>
                <a:latin typeface="Lucida Sans Unicode"/>
                <a:cs typeface="Lucida Sans Unicode"/>
              </a:rPr>
              <a:t>твої</a:t>
            </a:r>
            <a:endParaRPr sz="31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37065" y="3840864"/>
            <a:ext cx="1682114" cy="5391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spc="-40" dirty="0">
                <a:solidFill>
                  <a:srgbClr val="61654D"/>
                </a:solidFill>
                <a:latin typeface="Lucida Sans Unicode"/>
                <a:cs typeface="Lucida Sans Unicode"/>
              </a:rPr>
              <a:t>нотатки</a:t>
            </a:r>
            <a:r>
              <a:rPr sz="3350" spc="-40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endParaRPr sz="33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35325" y="3816803"/>
            <a:ext cx="7345045" cy="1123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42695" marR="5080" indent="-1230630">
              <a:lnSpc>
                <a:spcPct val="111500"/>
              </a:lnSpc>
              <a:spcBef>
                <a:spcPts val="75"/>
              </a:spcBef>
            </a:pP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на</a:t>
            </a:r>
            <a:r>
              <a:rPr sz="3150" spc="-8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інтерактивні</a:t>
            </a:r>
            <a:r>
              <a:rPr sz="3150" spc="-8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карточки</a:t>
            </a:r>
            <a:r>
              <a:rPr sz="3150" spc="-8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та</a:t>
            </a:r>
            <a:r>
              <a:rPr sz="3150" spc="-8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тести</a:t>
            </a:r>
            <a:r>
              <a:rPr sz="3150" spc="-8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-25" dirty="0">
                <a:solidFill>
                  <a:srgbClr val="61654D"/>
                </a:solidFill>
                <a:latin typeface="Lucida Sans Unicode"/>
                <a:cs typeface="Lucida Sans Unicode"/>
              </a:rPr>
              <a:t>за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лічені</a:t>
            </a:r>
            <a:r>
              <a:rPr sz="3150" spc="2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секунди</a:t>
            </a:r>
            <a:r>
              <a:rPr sz="3350" spc="-10" dirty="0">
                <a:solidFill>
                  <a:srgbClr val="61654D"/>
                </a:solidFill>
                <a:latin typeface="Arial MT"/>
                <a:cs typeface="Arial MT"/>
              </a:rPr>
              <a:t>.</a:t>
            </a:r>
            <a:endParaRPr sz="33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38282" y="5475533"/>
            <a:ext cx="9227185" cy="3388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 marR="5080" algn="ctr">
              <a:lnSpc>
                <a:spcPct val="109800"/>
              </a:lnSpc>
              <a:spcBef>
                <a:spcPts val="95"/>
              </a:spcBef>
            </a:pPr>
            <a:r>
              <a:rPr sz="3150" spc="105" dirty="0">
                <a:solidFill>
                  <a:srgbClr val="61654D"/>
                </a:solidFill>
                <a:latin typeface="Lucida Sans Unicode"/>
                <a:cs typeface="Lucida Sans Unicode"/>
              </a:rPr>
              <a:t>Ми</a:t>
            </a:r>
            <a:r>
              <a:rPr sz="3150" spc="-15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створили</a:t>
            </a:r>
            <a:r>
              <a:rPr sz="3150" spc="-15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-70" dirty="0">
                <a:solidFill>
                  <a:srgbClr val="61654D"/>
                </a:solidFill>
                <a:latin typeface="Lucida Sans Unicode"/>
                <a:cs typeface="Lucida Sans Unicode"/>
              </a:rPr>
              <a:t>його</a:t>
            </a:r>
            <a:r>
              <a:rPr sz="3350" spc="-70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r>
              <a:rPr sz="3350" spc="10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щоб</a:t>
            </a:r>
            <a:r>
              <a:rPr sz="3150" spc="-15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ти</a:t>
            </a:r>
            <a:r>
              <a:rPr sz="3150" spc="-15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не</a:t>
            </a:r>
            <a:r>
              <a:rPr sz="3150" spc="-9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75" dirty="0">
                <a:solidFill>
                  <a:srgbClr val="61654D"/>
                </a:solidFill>
                <a:latin typeface="Lucida Sans Unicode"/>
                <a:cs typeface="Lucida Sans Unicode"/>
              </a:rPr>
              <a:t>витрачав</a:t>
            </a:r>
            <a:r>
              <a:rPr sz="3150" spc="-9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65" dirty="0">
                <a:solidFill>
                  <a:srgbClr val="61654D"/>
                </a:solidFill>
                <a:latin typeface="Lucida Sans Unicode"/>
                <a:cs typeface="Lucida Sans Unicode"/>
              </a:rPr>
              <a:t>час</a:t>
            </a:r>
            <a:r>
              <a:rPr sz="3150" spc="-9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-25" dirty="0">
                <a:solidFill>
                  <a:srgbClr val="61654D"/>
                </a:solidFill>
                <a:latin typeface="Lucida Sans Unicode"/>
                <a:cs typeface="Lucida Sans Unicode"/>
              </a:rPr>
              <a:t>на </a:t>
            </a:r>
            <a:r>
              <a:rPr sz="3150" spc="-20" dirty="0">
                <a:solidFill>
                  <a:srgbClr val="61654D"/>
                </a:solidFill>
                <a:latin typeface="Lucida Sans Unicode"/>
                <a:cs typeface="Lucida Sans Unicode"/>
              </a:rPr>
              <a:t>зубрінку</a:t>
            </a:r>
            <a:r>
              <a:rPr sz="3150" spc="-21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350" spc="-405" dirty="0">
                <a:solidFill>
                  <a:srgbClr val="61654D"/>
                </a:solidFill>
                <a:latin typeface="Arial MT"/>
                <a:cs typeface="Arial MT"/>
              </a:rPr>
              <a:t>—</a:t>
            </a:r>
            <a:r>
              <a:rPr sz="3350" spc="-18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а</a:t>
            </a:r>
            <a:r>
              <a:rPr sz="3150" spc="-17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90" dirty="0">
                <a:solidFill>
                  <a:srgbClr val="61654D"/>
                </a:solidFill>
                <a:latin typeface="Lucida Sans Unicode"/>
                <a:cs typeface="Lucida Sans Unicode"/>
              </a:rPr>
              <a:t>навчався</a:t>
            </a:r>
            <a:r>
              <a:rPr sz="3150" spc="-17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-20" dirty="0">
                <a:solidFill>
                  <a:srgbClr val="61654D"/>
                </a:solidFill>
                <a:latin typeface="Lucida Sans Unicode"/>
                <a:cs typeface="Lucida Sans Unicode"/>
              </a:rPr>
              <a:t>розумно</a:t>
            </a:r>
            <a:r>
              <a:rPr sz="3350" spc="-20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r>
              <a:rPr sz="3350" spc="6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швидко</a:t>
            </a:r>
            <a:r>
              <a:rPr sz="3150" spc="-17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і</a:t>
            </a:r>
            <a:r>
              <a:rPr sz="3150" spc="-18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-50" dirty="0">
                <a:solidFill>
                  <a:srgbClr val="61654D"/>
                </a:solidFill>
                <a:latin typeface="Lucida Sans Unicode"/>
                <a:cs typeface="Lucida Sans Unicode"/>
              </a:rPr>
              <a:t>з </a:t>
            </a:r>
            <a:r>
              <a:rPr sz="31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задоволенням</a:t>
            </a:r>
            <a:r>
              <a:rPr sz="3350" spc="-10" dirty="0">
                <a:solidFill>
                  <a:srgbClr val="61654D"/>
                </a:solidFill>
                <a:latin typeface="Arial MT"/>
                <a:cs typeface="Arial MT"/>
              </a:rPr>
              <a:t>.</a:t>
            </a:r>
            <a:endParaRPr sz="3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3150">
              <a:latin typeface="Arial MT"/>
              <a:cs typeface="Arial MT"/>
            </a:endParaRPr>
          </a:p>
          <a:p>
            <a:pPr marL="12700" marR="13970" indent="22225" algn="ctr">
              <a:lnSpc>
                <a:spcPct val="109800"/>
              </a:lnSpc>
            </a:pP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Мета</a:t>
            </a:r>
            <a:r>
              <a:rPr sz="3350" dirty="0">
                <a:solidFill>
                  <a:srgbClr val="61654D"/>
                </a:solidFill>
                <a:latin typeface="Arial MT"/>
                <a:cs typeface="Arial MT"/>
              </a:rPr>
              <a:t>:</a:t>
            </a:r>
            <a:r>
              <a:rPr sz="3350" spc="-2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Зробити</a:t>
            </a:r>
            <a:r>
              <a:rPr sz="3150" spc="-16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95" dirty="0">
                <a:solidFill>
                  <a:srgbClr val="61654D"/>
                </a:solidFill>
                <a:latin typeface="Lucida Sans Unicode"/>
                <a:cs typeface="Lucida Sans Unicode"/>
              </a:rPr>
              <a:t>навчання</a:t>
            </a:r>
            <a:r>
              <a:rPr sz="3150" spc="-16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таким</a:t>
            </a:r>
            <a:r>
              <a:rPr sz="3150" spc="-16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60" dirty="0">
                <a:solidFill>
                  <a:srgbClr val="61654D"/>
                </a:solidFill>
                <a:latin typeface="Lucida Sans Unicode"/>
                <a:cs typeface="Lucida Sans Unicode"/>
              </a:rPr>
              <a:t>же</a:t>
            </a:r>
            <a:r>
              <a:rPr sz="3150" spc="-16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-30" dirty="0">
                <a:solidFill>
                  <a:srgbClr val="61654D"/>
                </a:solidFill>
                <a:latin typeface="Lucida Sans Unicode"/>
                <a:cs typeface="Lucida Sans Unicode"/>
              </a:rPr>
              <a:t>легким</a:t>
            </a:r>
            <a:r>
              <a:rPr sz="3350" spc="-30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r>
              <a:rPr sz="3350" spc="8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3150" spc="40" dirty="0">
                <a:solidFill>
                  <a:srgbClr val="61654D"/>
                </a:solidFill>
                <a:latin typeface="Lucida Sans Unicode"/>
                <a:cs typeface="Lucida Sans Unicode"/>
              </a:rPr>
              <a:t>як </a:t>
            </a:r>
            <a:r>
              <a:rPr sz="3150" spc="-35" dirty="0">
                <a:solidFill>
                  <a:srgbClr val="61654D"/>
                </a:solidFill>
                <a:latin typeface="Lucida Sans Unicode"/>
                <a:cs typeface="Lucida Sans Unicode"/>
              </a:rPr>
              <a:t>перегляд</a:t>
            </a:r>
            <a:r>
              <a:rPr sz="3150" spc="-13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350" spc="-210" dirty="0">
                <a:solidFill>
                  <a:srgbClr val="61654D"/>
                </a:solidFill>
                <a:latin typeface="Arial MT"/>
                <a:cs typeface="Arial MT"/>
              </a:rPr>
              <a:t>TikTok</a:t>
            </a:r>
            <a:r>
              <a:rPr sz="3350" spc="-23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3350" spc="-405" dirty="0">
                <a:solidFill>
                  <a:srgbClr val="61654D"/>
                </a:solidFill>
                <a:latin typeface="Arial MT"/>
                <a:cs typeface="Arial MT"/>
              </a:rPr>
              <a:t>—</a:t>
            </a:r>
            <a:r>
              <a:rPr sz="3350" spc="-18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але</a:t>
            </a:r>
            <a:r>
              <a:rPr sz="3150" spc="-13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165" dirty="0">
                <a:solidFill>
                  <a:srgbClr val="61654D"/>
                </a:solidFill>
                <a:latin typeface="Lucida Sans Unicode"/>
                <a:cs typeface="Lucida Sans Unicode"/>
              </a:rPr>
              <a:t>в</a:t>
            </a:r>
            <a:r>
              <a:rPr sz="3150" spc="-13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350" spc="-675" dirty="0">
                <a:solidFill>
                  <a:srgbClr val="61654D"/>
                </a:solidFill>
                <a:latin typeface="Arial MT"/>
                <a:cs typeface="Arial MT"/>
              </a:rPr>
              <a:t>1</a:t>
            </a:r>
            <a:r>
              <a:rPr sz="3350" spc="-28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3350" dirty="0">
                <a:solidFill>
                  <a:srgbClr val="61654D"/>
                </a:solidFill>
                <a:latin typeface="Arial MT"/>
                <a:cs typeface="Arial MT"/>
              </a:rPr>
              <a:t>00</a:t>
            </a:r>
            <a:r>
              <a:rPr sz="3350" spc="-6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61654D"/>
                </a:solidFill>
                <a:latin typeface="Lucida Sans Unicode"/>
                <a:cs typeface="Lucida Sans Unicode"/>
              </a:rPr>
              <a:t>разів</a:t>
            </a:r>
            <a:r>
              <a:rPr sz="3150" spc="-13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31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кориснішим</a:t>
            </a:r>
            <a:r>
              <a:rPr sz="3350" spc="-10" dirty="0">
                <a:solidFill>
                  <a:srgbClr val="61654D"/>
                </a:solidFill>
                <a:latin typeface="Arial MT"/>
                <a:cs typeface="Arial MT"/>
              </a:rPr>
              <a:t>.</a:t>
            </a:r>
            <a:endParaRPr sz="3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626719" y="85921"/>
            <a:ext cx="6684009" cy="110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100" spc="-130" dirty="0"/>
              <a:t>АКТУАЛЬНІСТЬ</a:t>
            </a:r>
            <a:endParaRPr sz="7100"/>
          </a:p>
        </p:txBody>
      </p:sp>
      <p:sp>
        <p:nvSpPr>
          <p:cNvPr id="3" name="object 3"/>
          <p:cNvSpPr txBox="1"/>
          <p:nvPr/>
        </p:nvSpPr>
        <p:spPr>
          <a:xfrm>
            <a:off x="2852853" y="1568907"/>
            <a:ext cx="8176259" cy="9505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95"/>
              </a:spcBef>
            </a:pP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У</a:t>
            </a:r>
            <a:r>
              <a:rPr sz="2600" spc="-21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50" dirty="0">
                <a:solidFill>
                  <a:srgbClr val="61654D"/>
                </a:solidFill>
                <a:latin typeface="Lucida Sans Unicode"/>
                <a:cs typeface="Lucida Sans Unicode"/>
              </a:rPr>
              <a:t>світі</a:t>
            </a:r>
            <a:r>
              <a:rPr sz="2800" spc="-50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r>
              <a:rPr sz="2800" spc="-8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600" spc="-125" dirty="0">
                <a:solidFill>
                  <a:srgbClr val="61654D"/>
                </a:solidFill>
                <a:latin typeface="Lucida Sans Unicode"/>
                <a:cs typeface="Lucida Sans Unicode"/>
              </a:rPr>
              <a:t>де</a:t>
            </a:r>
            <a:r>
              <a:rPr sz="2600" spc="-114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50" dirty="0">
                <a:solidFill>
                  <a:srgbClr val="61654D"/>
                </a:solidFill>
                <a:latin typeface="Lucida Sans Unicode"/>
                <a:cs typeface="Lucida Sans Unicode"/>
              </a:rPr>
              <a:t>інформації</a:t>
            </a:r>
            <a:r>
              <a:rPr sz="2600" spc="-16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800" spc="-395" dirty="0">
                <a:solidFill>
                  <a:srgbClr val="61654D"/>
                </a:solidFill>
                <a:latin typeface="Arial MT"/>
                <a:cs typeface="Arial MT"/>
              </a:rPr>
              <a:t>—</a:t>
            </a:r>
            <a:r>
              <a:rPr sz="2800" spc="-16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більше</a:t>
            </a:r>
            <a:r>
              <a:rPr sz="2800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r>
              <a:rPr sz="2800" spc="1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ніж</a:t>
            </a:r>
            <a:r>
              <a:rPr sz="2600" spc="-17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часу</a:t>
            </a:r>
            <a:r>
              <a:rPr sz="2800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r>
              <a:rPr sz="2800" spc="1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студенти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тонуть</a:t>
            </a:r>
            <a:r>
              <a:rPr sz="2600" spc="-21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у</a:t>
            </a:r>
            <a:r>
              <a:rPr sz="2600" spc="-16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50" dirty="0">
                <a:solidFill>
                  <a:srgbClr val="61654D"/>
                </a:solidFill>
                <a:latin typeface="Lucida Sans Unicode"/>
                <a:cs typeface="Lucida Sans Unicode"/>
              </a:rPr>
              <a:t>нотатках</a:t>
            </a:r>
            <a:r>
              <a:rPr sz="2800" spc="-50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r>
              <a:rPr sz="2800" spc="2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800" spc="-220" dirty="0">
                <a:solidFill>
                  <a:srgbClr val="61654D"/>
                </a:solidFill>
                <a:latin typeface="Arial MT"/>
                <a:cs typeface="Arial MT"/>
              </a:rPr>
              <a:t>PDF</a:t>
            </a:r>
            <a:r>
              <a:rPr sz="2800" spc="-16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і</a:t>
            </a:r>
            <a:r>
              <a:rPr sz="2600" spc="-16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відеолекціях</a:t>
            </a:r>
            <a:r>
              <a:rPr sz="2800" spc="-10" dirty="0">
                <a:solidFill>
                  <a:srgbClr val="61654D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95"/>
              </a:spcBef>
            </a:pPr>
            <a:r>
              <a:rPr sz="2800" spc="-65" dirty="0">
                <a:latin typeface="Arial MT"/>
                <a:cs typeface="Arial MT"/>
              </a:rPr>
              <a:t>73%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dirty="0"/>
              <a:t>школярів</a:t>
            </a:r>
            <a:r>
              <a:rPr spc="-5" dirty="0"/>
              <a:t> </a:t>
            </a:r>
            <a:r>
              <a:rPr dirty="0"/>
              <a:t>і</a:t>
            </a:r>
            <a:r>
              <a:rPr spc="-10" dirty="0"/>
              <a:t> </a:t>
            </a:r>
            <a:r>
              <a:rPr spc="-45" dirty="0"/>
              <a:t>студентів</a:t>
            </a:r>
            <a:r>
              <a:rPr spc="-5" dirty="0"/>
              <a:t> </a:t>
            </a:r>
            <a:r>
              <a:rPr dirty="0"/>
              <a:t>відчувають</a:t>
            </a:r>
            <a:r>
              <a:rPr spc="-10" dirty="0"/>
              <a:t> </a:t>
            </a:r>
            <a:r>
              <a:rPr sz="2800" spc="60" dirty="0">
                <a:latin typeface="Arial MT"/>
                <a:cs typeface="Arial MT"/>
              </a:rPr>
              <a:t>“</a:t>
            </a:r>
            <a:r>
              <a:rPr spc="60" dirty="0"/>
              <a:t>навчальне </a:t>
            </a:r>
            <a:r>
              <a:rPr dirty="0"/>
              <a:t>вигорання</a:t>
            </a:r>
            <a:r>
              <a:rPr sz="2800" dirty="0">
                <a:latin typeface="Arial MT"/>
                <a:cs typeface="Arial MT"/>
              </a:rPr>
              <a:t>”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spc="-165" dirty="0">
                <a:latin typeface="Arial MT"/>
                <a:cs typeface="Arial MT"/>
              </a:rPr>
              <a:t>(UNESCO,</a:t>
            </a:r>
            <a:r>
              <a:rPr sz="2800" spc="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2024).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pc="-20" dirty="0"/>
              <a:t>Люди</a:t>
            </a:r>
            <a:r>
              <a:rPr spc="-95" dirty="0"/>
              <a:t> </a:t>
            </a:r>
            <a:r>
              <a:rPr spc="55" dirty="0"/>
              <a:t>витрачають</a:t>
            </a:r>
            <a:r>
              <a:rPr spc="-90" dirty="0"/>
              <a:t> </a:t>
            </a:r>
            <a:r>
              <a:rPr sz="2800" dirty="0">
                <a:latin typeface="Arial MT"/>
                <a:cs typeface="Arial MT"/>
              </a:rPr>
              <a:t>3+</a:t>
            </a:r>
            <a:r>
              <a:rPr sz="2800" spc="55" dirty="0">
                <a:latin typeface="Arial MT"/>
                <a:cs typeface="Arial MT"/>
              </a:rPr>
              <a:t> </a:t>
            </a:r>
            <a:r>
              <a:rPr spc="-55" dirty="0"/>
              <a:t>години</a:t>
            </a:r>
            <a:r>
              <a:rPr spc="-90" dirty="0"/>
              <a:t> </a:t>
            </a:r>
            <a:r>
              <a:rPr dirty="0"/>
              <a:t>на</a:t>
            </a:r>
            <a:r>
              <a:rPr spc="-90" dirty="0"/>
              <a:t> </a:t>
            </a:r>
            <a:r>
              <a:rPr dirty="0"/>
              <a:t>день</a:t>
            </a:r>
            <a:r>
              <a:rPr spc="-90" dirty="0"/>
              <a:t> </a:t>
            </a:r>
            <a:r>
              <a:rPr dirty="0"/>
              <a:t>у</a:t>
            </a:r>
            <a:r>
              <a:rPr spc="-90" dirty="0"/>
              <a:t> </a:t>
            </a:r>
            <a:r>
              <a:rPr sz="2800" spc="-200" dirty="0">
                <a:latin typeface="Arial MT"/>
                <a:cs typeface="Arial MT"/>
              </a:rPr>
              <a:t>TikTok </a:t>
            </a:r>
            <a:r>
              <a:rPr sz="2800" spc="-445" dirty="0">
                <a:latin typeface="Arial MT"/>
                <a:cs typeface="Arial MT"/>
              </a:rPr>
              <a:t>—</a:t>
            </a:r>
            <a:endParaRPr sz="2800">
              <a:latin typeface="Arial MT"/>
              <a:cs typeface="Arial MT"/>
            </a:endParaRPr>
          </a:p>
          <a:p>
            <a:pPr marL="12700" marR="133985">
              <a:lnSpc>
                <a:spcPct val="108300"/>
              </a:lnSpc>
            </a:pPr>
            <a:r>
              <a:rPr dirty="0"/>
              <a:t>але</a:t>
            </a:r>
            <a:r>
              <a:rPr spc="-100" dirty="0"/>
              <a:t> </a:t>
            </a:r>
            <a:r>
              <a:rPr dirty="0"/>
              <a:t>лише</a:t>
            </a:r>
            <a:r>
              <a:rPr spc="-100" dirty="0"/>
              <a:t> </a:t>
            </a:r>
            <a:r>
              <a:rPr sz="2800" dirty="0">
                <a:latin typeface="Arial MT"/>
                <a:cs typeface="Arial MT"/>
              </a:rPr>
              <a:t>20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dirty="0"/>
              <a:t>хвилин</a:t>
            </a:r>
            <a:r>
              <a:rPr spc="-95" dirty="0"/>
              <a:t> </a:t>
            </a:r>
            <a:r>
              <a:rPr dirty="0"/>
              <a:t>на</a:t>
            </a:r>
            <a:r>
              <a:rPr spc="-100" dirty="0"/>
              <a:t> </a:t>
            </a:r>
            <a:r>
              <a:rPr dirty="0"/>
              <a:t>ефективне</a:t>
            </a:r>
            <a:r>
              <a:rPr spc="-100" dirty="0"/>
              <a:t> </a:t>
            </a:r>
            <a:r>
              <a:rPr spc="-10" dirty="0"/>
              <a:t>навчання</a:t>
            </a:r>
            <a:r>
              <a:rPr sz="2800" spc="-10" dirty="0">
                <a:latin typeface="Arial MT"/>
                <a:cs typeface="Arial MT"/>
              </a:rPr>
              <a:t>.</a:t>
            </a:r>
            <a:r>
              <a:rPr sz="2800" spc="700" dirty="0">
                <a:latin typeface="Arial MT"/>
                <a:cs typeface="Arial MT"/>
              </a:rPr>
              <a:t> </a:t>
            </a:r>
            <a:r>
              <a:rPr spc="175" dirty="0"/>
              <a:t>ШІ</a:t>
            </a:r>
            <a:r>
              <a:rPr spc="-105" dirty="0"/>
              <a:t> </a:t>
            </a:r>
            <a:r>
              <a:rPr spc="65" dirty="0"/>
              <a:t>вже</a:t>
            </a:r>
            <a:r>
              <a:rPr spc="-105" dirty="0"/>
              <a:t> </a:t>
            </a:r>
            <a:r>
              <a:rPr dirty="0"/>
              <a:t>змінює</a:t>
            </a:r>
            <a:r>
              <a:rPr spc="-105" dirty="0"/>
              <a:t> </a:t>
            </a:r>
            <a:r>
              <a:rPr spc="-25" dirty="0"/>
              <a:t>роботу</a:t>
            </a:r>
            <a:r>
              <a:rPr spc="-105" dirty="0"/>
              <a:t> </a:t>
            </a:r>
            <a:r>
              <a:rPr sz="2800" spc="-395" dirty="0">
                <a:latin typeface="Arial MT"/>
                <a:cs typeface="Arial MT"/>
              </a:rPr>
              <a:t>—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dirty="0"/>
              <a:t>тепер</a:t>
            </a:r>
            <a:r>
              <a:rPr spc="-105" dirty="0"/>
              <a:t> </a:t>
            </a:r>
            <a:r>
              <a:rPr dirty="0"/>
              <a:t>він</a:t>
            </a:r>
            <a:r>
              <a:rPr spc="-105" dirty="0"/>
              <a:t> </a:t>
            </a:r>
            <a:r>
              <a:rPr dirty="0"/>
              <a:t>має</a:t>
            </a:r>
            <a:r>
              <a:rPr spc="-100" dirty="0"/>
              <a:t> </a:t>
            </a:r>
            <a:r>
              <a:rPr dirty="0"/>
              <a:t>змінити</a:t>
            </a:r>
            <a:r>
              <a:rPr spc="-105" dirty="0"/>
              <a:t> </a:t>
            </a:r>
            <a:r>
              <a:rPr spc="-50" dirty="0"/>
              <a:t>і </a:t>
            </a:r>
            <a:r>
              <a:rPr spc="-10" dirty="0"/>
              <a:t>освіту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2853" y="6191773"/>
            <a:ext cx="7363459" cy="1875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95"/>
              </a:spcBef>
            </a:pPr>
            <a:r>
              <a:rPr sz="2800" spc="-140" dirty="0">
                <a:solidFill>
                  <a:srgbClr val="61654D"/>
                </a:solidFill>
                <a:latin typeface="Arial MT"/>
                <a:cs typeface="Arial MT"/>
              </a:rPr>
              <a:t>BrainBurst</a:t>
            </a:r>
            <a:r>
              <a:rPr sz="2800" spc="-5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800" spc="-395" dirty="0">
                <a:solidFill>
                  <a:srgbClr val="61654D"/>
                </a:solidFill>
                <a:latin typeface="Arial MT"/>
                <a:cs typeface="Arial MT"/>
              </a:rPr>
              <a:t>—</a:t>
            </a:r>
            <a:r>
              <a:rPr sz="2800" spc="-16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це</a:t>
            </a:r>
            <a:r>
              <a:rPr sz="2600" spc="-14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30" dirty="0">
                <a:solidFill>
                  <a:srgbClr val="61654D"/>
                </a:solidFill>
                <a:latin typeface="Lucida Sans Unicode"/>
                <a:cs typeface="Lucida Sans Unicode"/>
              </a:rPr>
              <a:t>міст</a:t>
            </a:r>
            <a:r>
              <a:rPr sz="2600" spc="-12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між</a:t>
            </a:r>
            <a:r>
              <a:rPr sz="2600" spc="-13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55" dirty="0">
                <a:solidFill>
                  <a:srgbClr val="61654D"/>
                </a:solidFill>
                <a:latin typeface="Lucida Sans Unicode"/>
                <a:cs typeface="Lucida Sans Unicode"/>
              </a:rPr>
              <a:t>хаосом</a:t>
            </a:r>
            <a:r>
              <a:rPr sz="2600" spc="-12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50" dirty="0">
                <a:solidFill>
                  <a:srgbClr val="61654D"/>
                </a:solidFill>
                <a:latin typeface="Lucida Sans Unicode"/>
                <a:cs typeface="Lucida Sans Unicode"/>
              </a:rPr>
              <a:t>інформації</a:t>
            </a:r>
            <a:r>
              <a:rPr sz="2600" spc="-12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25" dirty="0">
                <a:solidFill>
                  <a:srgbClr val="61654D"/>
                </a:solidFill>
                <a:latin typeface="Lucida Sans Unicode"/>
                <a:cs typeface="Lucida Sans Unicode"/>
              </a:rPr>
              <a:t>та </a:t>
            </a:r>
            <a:r>
              <a:rPr sz="260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зрозумілим</a:t>
            </a:r>
            <a:r>
              <a:rPr sz="2800" spc="-10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r>
              <a:rPr sz="2800" spc="-4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персоналізованим</a:t>
            </a:r>
            <a:r>
              <a:rPr sz="2600" spc="-204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навчанням</a:t>
            </a:r>
            <a:r>
              <a:rPr sz="2800" spc="-10" dirty="0">
                <a:solidFill>
                  <a:srgbClr val="61654D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12700" marR="33020">
              <a:lnSpc>
                <a:spcPct val="108300"/>
              </a:lnSpc>
            </a:pPr>
            <a:r>
              <a:rPr sz="2600" spc="85" dirty="0">
                <a:solidFill>
                  <a:srgbClr val="61654D"/>
                </a:solidFill>
                <a:latin typeface="Lucida Sans Unicode"/>
                <a:cs typeface="Lucida Sans Unicode"/>
              </a:rPr>
              <a:t>Ми</a:t>
            </a:r>
            <a:r>
              <a:rPr sz="2600" spc="-10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не</a:t>
            </a:r>
            <a:r>
              <a:rPr sz="2600" spc="-10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45" dirty="0">
                <a:solidFill>
                  <a:srgbClr val="61654D"/>
                </a:solidFill>
                <a:latin typeface="Lucida Sans Unicode"/>
                <a:cs typeface="Lucida Sans Unicode"/>
              </a:rPr>
              <a:t>просто</a:t>
            </a:r>
            <a:r>
              <a:rPr sz="2600" spc="-10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економимо</a:t>
            </a:r>
            <a:r>
              <a:rPr sz="2600" spc="-10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50" dirty="0">
                <a:solidFill>
                  <a:srgbClr val="61654D"/>
                </a:solidFill>
                <a:latin typeface="Lucida Sans Unicode"/>
                <a:cs typeface="Lucida Sans Unicode"/>
              </a:rPr>
              <a:t>час</a:t>
            </a:r>
            <a:r>
              <a:rPr sz="2600" spc="-10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800" spc="-395" dirty="0">
                <a:solidFill>
                  <a:srgbClr val="61654D"/>
                </a:solidFill>
                <a:latin typeface="Arial MT"/>
                <a:cs typeface="Arial MT"/>
              </a:rPr>
              <a:t>—</a:t>
            </a:r>
            <a:r>
              <a:rPr sz="2800" spc="-15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600" spc="50" dirty="0">
                <a:solidFill>
                  <a:srgbClr val="61654D"/>
                </a:solidFill>
                <a:latin typeface="Lucida Sans Unicode"/>
                <a:cs typeface="Lucida Sans Unicode"/>
              </a:rPr>
              <a:t>ми</a:t>
            </a:r>
            <a:r>
              <a:rPr sz="2600" spc="-10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робимо </a:t>
            </a:r>
            <a:r>
              <a:rPr sz="2600" spc="75" dirty="0">
                <a:solidFill>
                  <a:srgbClr val="61654D"/>
                </a:solidFill>
                <a:latin typeface="Lucida Sans Unicode"/>
                <a:cs typeface="Lucida Sans Unicode"/>
              </a:rPr>
              <a:t>навчання</a:t>
            </a:r>
            <a:r>
              <a:rPr sz="2600" spc="-14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35" dirty="0">
                <a:solidFill>
                  <a:srgbClr val="61654D"/>
                </a:solidFill>
                <a:latin typeface="Lucida Sans Unicode"/>
                <a:cs typeface="Lucida Sans Unicode"/>
              </a:rPr>
              <a:t>природним</a:t>
            </a:r>
            <a:r>
              <a:rPr sz="2800" spc="-35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r>
              <a:rPr sz="2800" spc="5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швидким</a:t>
            </a:r>
            <a:r>
              <a:rPr sz="2600" spc="-13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61654D"/>
                </a:solidFill>
                <a:latin typeface="Lucida Sans Unicode"/>
                <a:cs typeface="Lucida Sans Unicode"/>
              </a:rPr>
              <a:t>і</a:t>
            </a:r>
            <a:r>
              <a:rPr sz="2600" spc="-14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60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приємним</a:t>
            </a:r>
            <a:r>
              <a:rPr sz="2800" spc="-10" dirty="0">
                <a:solidFill>
                  <a:srgbClr val="61654D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52853" y="8533754"/>
            <a:ext cx="5884545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spc="-20" dirty="0">
                <a:solidFill>
                  <a:srgbClr val="61654D"/>
                </a:solidFill>
                <a:latin typeface="Lucida Sans Unicode"/>
                <a:cs typeface="Lucida Sans Unicode"/>
              </a:rPr>
              <a:t>Актуально</a:t>
            </a:r>
            <a:r>
              <a:rPr sz="2800" spc="-20" dirty="0">
                <a:solidFill>
                  <a:srgbClr val="61654D"/>
                </a:solidFill>
                <a:latin typeface="Arial MT"/>
                <a:cs typeface="Arial MT"/>
              </a:rPr>
              <a:t>.</a:t>
            </a:r>
            <a:r>
              <a:rPr sz="2800" spc="-7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600" spc="-80" dirty="0">
                <a:solidFill>
                  <a:srgbClr val="61654D"/>
                </a:solidFill>
                <a:latin typeface="Lucida Sans Unicode"/>
                <a:cs typeface="Lucida Sans Unicode"/>
              </a:rPr>
              <a:t>Необхідно</a:t>
            </a:r>
            <a:r>
              <a:rPr sz="2800" spc="-80" dirty="0">
                <a:solidFill>
                  <a:srgbClr val="61654D"/>
                </a:solidFill>
                <a:latin typeface="Arial MT"/>
                <a:cs typeface="Arial MT"/>
              </a:rPr>
              <a:t>.</a:t>
            </a:r>
            <a:r>
              <a:rPr sz="2800" spc="-7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600" spc="-30" dirty="0">
                <a:solidFill>
                  <a:srgbClr val="61654D"/>
                </a:solidFill>
                <a:latin typeface="Lucida Sans Unicode"/>
                <a:cs typeface="Lucida Sans Unicode"/>
              </a:rPr>
              <a:t>Невідкладно</a:t>
            </a:r>
            <a:r>
              <a:rPr sz="2800" spc="-30" dirty="0">
                <a:solidFill>
                  <a:srgbClr val="61654D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194168" y="5612150"/>
            <a:ext cx="4930775" cy="2616835"/>
            <a:chOff x="12194168" y="5612150"/>
            <a:chExt cx="4930775" cy="2616835"/>
          </a:xfrm>
        </p:grpSpPr>
        <p:sp>
          <p:nvSpPr>
            <p:cNvPr id="8" name="object 8"/>
            <p:cNvSpPr/>
            <p:nvPr/>
          </p:nvSpPr>
          <p:spPr>
            <a:xfrm>
              <a:off x="12196073" y="8226615"/>
              <a:ext cx="4926965" cy="0"/>
            </a:xfrm>
            <a:custGeom>
              <a:avLst/>
              <a:gdLst/>
              <a:ahLst/>
              <a:cxnLst/>
              <a:rect l="l" t="t" r="r" b="b"/>
              <a:pathLst>
                <a:path w="4926965">
                  <a:moveTo>
                    <a:pt x="0" y="0"/>
                  </a:moveTo>
                  <a:lnTo>
                    <a:pt x="4926718" y="0"/>
                  </a:lnTo>
                </a:path>
              </a:pathLst>
            </a:custGeom>
            <a:ln w="35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196073" y="5614055"/>
              <a:ext cx="4926965" cy="1959610"/>
            </a:xfrm>
            <a:custGeom>
              <a:avLst/>
              <a:gdLst/>
              <a:ahLst/>
              <a:cxnLst/>
              <a:rect l="l" t="t" r="r" b="b"/>
              <a:pathLst>
                <a:path w="4926965" h="1959609">
                  <a:moveTo>
                    <a:pt x="0" y="1959420"/>
                  </a:moveTo>
                  <a:lnTo>
                    <a:pt x="4926718" y="1959420"/>
                  </a:lnTo>
                </a:path>
                <a:path w="4926965" h="1959609">
                  <a:moveTo>
                    <a:pt x="0" y="1306280"/>
                  </a:moveTo>
                  <a:lnTo>
                    <a:pt x="4926718" y="1306280"/>
                  </a:lnTo>
                </a:path>
                <a:path w="4926965" h="1959609">
                  <a:moveTo>
                    <a:pt x="0" y="653140"/>
                  </a:moveTo>
                  <a:lnTo>
                    <a:pt x="4926718" y="653140"/>
                  </a:lnTo>
                </a:path>
                <a:path w="4926965" h="1959609">
                  <a:moveTo>
                    <a:pt x="0" y="0"/>
                  </a:moveTo>
                  <a:lnTo>
                    <a:pt x="4926718" y="0"/>
                  </a:lnTo>
                </a:path>
              </a:pathLst>
            </a:custGeom>
            <a:ln w="35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2196073" y="4960915"/>
            <a:ext cx="4926965" cy="0"/>
          </a:xfrm>
          <a:custGeom>
            <a:avLst/>
            <a:gdLst/>
            <a:ahLst/>
            <a:cxnLst/>
            <a:rect l="l" t="t" r="r" b="b"/>
            <a:pathLst>
              <a:path w="4926965">
                <a:moveTo>
                  <a:pt x="0" y="0"/>
                </a:moveTo>
                <a:lnTo>
                  <a:pt x="4926718" y="0"/>
                </a:lnTo>
              </a:path>
            </a:pathLst>
          </a:custGeom>
          <a:ln w="35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444817" y="8235658"/>
            <a:ext cx="40132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75" dirty="0">
                <a:latin typeface="Arial MT"/>
                <a:cs typeface="Arial MT"/>
              </a:rPr>
              <a:t>Item</a:t>
            </a:r>
            <a:r>
              <a:rPr sz="1250" spc="-10" dirty="0">
                <a:latin typeface="Arial MT"/>
                <a:cs typeface="Arial MT"/>
              </a:rPr>
              <a:t> </a:t>
            </a:r>
            <a:r>
              <a:rPr sz="1250" spc="-175" dirty="0">
                <a:latin typeface="Arial MT"/>
                <a:cs typeface="Arial MT"/>
              </a:rPr>
              <a:t>1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37745" y="8235658"/>
            <a:ext cx="429259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75" dirty="0">
                <a:latin typeface="Arial MT"/>
                <a:cs typeface="Arial MT"/>
              </a:rPr>
              <a:t>Item</a:t>
            </a:r>
            <a:r>
              <a:rPr sz="1250" spc="-10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2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43197" y="8235658"/>
            <a:ext cx="43116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75" dirty="0">
                <a:latin typeface="Arial MT"/>
                <a:cs typeface="Arial MT"/>
              </a:rPr>
              <a:t>Item</a:t>
            </a:r>
            <a:r>
              <a:rPr sz="1250" spc="-10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48649" y="8235658"/>
            <a:ext cx="43180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75" dirty="0">
                <a:latin typeface="Arial MT"/>
                <a:cs typeface="Arial MT"/>
              </a:rPr>
              <a:t>Item</a:t>
            </a:r>
            <a:r>
              <a:rPr sz="1250" spc="-10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4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454102" y="8235658"/>
            <a:ext cx="43053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75" dirty="0">
                <a:latin typeface="Arial MT"/>
                <a:cs typeface="Arial MT"/>
              </a:rPr>
              <a:t>Item</a:t>
            </a:r>
            <a:r>
              <a:rPr sz="1250" spc="-10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5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83580" y="8103984"/>
            <a:ext cx="11493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latin typeface="Arial MT"/>
                <a:cs typeface="Arial MT"/>
              </a:rPr>
              <a:t>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83580" y="7450844"/>
            <a:ext cx="11303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latin typeface="Arial MT"/>
                <a:cs typeface="Arial MT"/>
              </a:rPr>
              <a:t>5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10246" y="6797703"/>
            <a:ext cx="18796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35" dirty="0">
                <a:latin typeface="Arial MT"/>
                <a:cs typeface="Arial MT"/>
              </a:rPr>
              <a:t>10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894701" y="6144564"/>
            <a:ext cx="20193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245" dirty="0">
                <a:latin typeface="Arial MT"/>
                <a:cs typeface="Arial MT"/>
              </a:rPr>
              <a:t>1</a:t>
            </a:r>
            <a:r>
              <a:rPr sz="1250" spc="-100" dirty="0">
                <a:latin typeface="Arial MT"/>
                <a:cs typeface="Arial MT"/>
              </a:rPr>
              <a:t> </a:t>
            </a:r>
            <a:r>
              <a:rPr sz="1250" spc="-60" dirty="0">
                <a:latin typeface="Arial MT"/>
                <a:cs typeface="Arial MT"/>
              </a:rPr>
              <a:t>5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894701" y="5491424"/>
            <a:ext cx="20320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25" dirty="0">
                <a:latin typeface="Arial MT"/>
                <a:cs typeface="Arial MT"/>
              </a:rPr>
              <a:t>20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894701" y="4838284"/>
            <a:ext cx="20193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25" dirty="0">
                <a:latin typeface="Arial MT"/>
                <a:cs typeface="Arial MT"/>
              </a:rPr>
              <a:t>25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502821" y="5352798"/>
            <a:ext cx="4620260" cy="2874010"/>
            <a:chOff x="12502821" y="5352798"/>
            <a:chExt cx="4620260" cy="2874010"/>
          </a:xfrm>
        </p:grpSpPr>
        <p:sp>
          <p:nvSpPr>
            <p:cNvPr id="23" name="object 23"/>
            <p:cNvSpPr/>
            <p:nvPr/>
          </p:nvSpPr>
          <p:spPr>
            <a:xfrm>
              <a:off x="12502821" y="7573475"/>
              <a:ext cx="291465" cy="653415"/>
            </a:xfrm>
            <a:custGeom>
              <a:avLst/>
              <a:gdLst/>
              <a:ahLst/>
              <a:cxnLst/>
              <a:rect l="l" t="t" r="r" b="b"/>
              <a:pathLst>
                <a:path w="291465" h="653415">
                  <a:moveTo>
                    <a:pt x="291410" y="653139"/>
                  </a:moveTo>
                  <a:lnTo>
                    <a:pt x="0" y="653139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0" y="20221"/>
                  </a:lnTo>
                  <a:lnTo>
                    <a:pt x="291410" y="653139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809569" y="7573475"/>
              <a:ext cx="291465" cy="653415"/>
            </a:xfrm>
            <a:custGeom>
              <a:avLst/>
              <a:gdLst/>
              <a:ahLst/>
              <a:cxnLst/>
              <a:rect l="l" t="t" r="r" b="b"/>
              <a:pathLst>
                <a:path w="291465" h="653415">
                  <a:moveTo>
                    <a:pt x="291410" y="653139"/>
                  </a:moveTo>
                  <a:lnTo>
                    <a:pt x="0" y="653139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0" y="20221"/>
                  </a:lnTo>
                  <a:lnTo>
                    <a:pt x="291410" y="653139"/>
                  </a:lnTo>
                  <a:close/>
                </a:path>
              </a:pathLst>
            </a:custGeom>
            <a:solidFill>
              <a:srgbClr val="3C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201525" y="7181591"/>
              <a:ext cx="291465" cy="1045210"/>
            </a:xfrm>
            <a:custGeom>
              <a:avLst/>
              <a:gdLst/>
              <a:ahLst/>
              <a:cxnLst/>
              <a:rect l="l" t="t" r="r" b="b"/>
              <a:pathLst>
                <a:path w="291465" h="1045209">
                  <a:moveTo>
                    <a:pt x="291410" y="1045023"/>
                  </a:moveTo>
                  <a:lnTo>
                    <a:pt x="0" y="1045023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0" y="20221"/>
                  </a:lnTo>
                  <a:lnTo>
                    <a:pt x="291410" y="1045023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508274" y="7181591"/>
              <a:ext cx="291465" cy="1045210"/>
            </a:xfrm>
            <a:custGeom>
              <a:avLst/>
              <a:gdLst/>
              <a:ahLst/>
              <a:cxnLst/>
              <a:rect l="l" t="t" r="r" b="b"/>
              <a:pathLst>
                <a:path w="291465" h="1045209">
                  <a:moveTo>
                    <a:pt x="291410" y="1045023"/>
                  </a:moveTo>
                  <a:lnTo>
                    <a:pt x="0" y="1045023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0" y="1045023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815022" y="7704103"/>
              <a:ext cx="291465" cy="522605"/>
            </a:xfrm>
            <a:custGeom>
              <a:avLst/>
              <a:gdLst/>
              <a:ahLst/>
              <a:cxnLst/>
              <a:rect l="l" t="t" r="r" b="b"/>
              <a:pathLst>
                <a:path w="291465" h="522604">
                  <a:moveTo>
                    <a:pt x="291410" y="522511"/>
                  </a:moveTo>
                  <a:lnTo>
                    <a:pt x="0" y="522511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0" y="20221"/>
                  </a:lnTo>
                  <a:lnTo>
                    <a:pt x="291410" y="522511"/>
                  </a:lnTo>
                  <a:close/>
                </a:path>
              </a:pathLst>
            </a:custGeom>
            <a:solidFill>
              <a:srgbClr val="3C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206978" y="6267194"/>
              <a:ext cx="291465" cy="1959610"/>
            </a:xfrm>
            <a:custGeom>
              <a:avLst/>
              <a:gdLst/>
              <a:ahLst/>
              <a:cxnLst/>
              <a:rect l="l" t="t" r="r" b="b"/>
              <a:pathLst>
                <a:path w="291465" h="1959609">
                  <a:moveTo>
                    <a:pt x="291410" y="1959420"/>
                  </a:moveTo>
                  <a:lnTo>
                    <a:pt x="0" y="1959420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0" y="195942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513726" y="6920334"/>
              <a:ext cx="291465" cy="1306830"/>
            </a:xfrm>
            <a:custGeom>
              <a:avLst/>
              <a:gdLst/>
              <a:ahLst/>
              <a:cxnLst/>
              <a:rect l="l" t="t" r="r" b="b"/>
              <a:pathLst>
                <a:path w="291465" h="1306829">
                  <a:moveTo>
                    <a:pt x="291410" y="1306280"/>
                  </a:moveTo>
                  <a:lnTo>
                    <a:pt x="0" y="1306280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0" y="1306280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820475" y="7573475"/>
              <a:ext cx="291465" cy="653415"/>
            </a:xfrm>
            <a:custGeom>
              <a:avLst/>
              <a:gdLst/>
              <a:ahLst/>
              <a:cxnLst/>
              <a:rect l="l" t="t" r="r" b="b"/>
              <a:pathLst>
                <a:path w="291465" h="653415">
                  <a:moveTo>
                    <a:pt x="291411" y="653139"/>
                  </a:moveTo>
                  <a:lnTo>
                    <a:pt x="0" y="653139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1" y="653139"/>
                  </a:lnTo>
                  <a:close/>
                </a:path>
              </a:pathLst>
            </a:custGeom>
            <a:solidFill>
              <a:srgbClr val="3C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212431" y="5875310"/>
              <a:ext cx="291465" cy="2351405"/>
            </a:xfrm>
            <a:custGeom>
              <a:avLst/>
              <a:gdLst/>
              <a:ahLst/>
              <a:cxnLst/>
              <a:rect l="l" t="t" r="r" b="b"/>
              <a:pathLst>
                <a:path w="291465" h="2351404">
                  <a:moveTo>
                    <a:pt x="291410" y="2351304"/>
                  </a:moveTo>
                  <a:lnTo>
                    <a:pt x="0" y="2351304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0" y="20221"/>
                  </a:lnTo>
                  <a:lnTo>
                    <a:pt x="291410" y="2351304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519179" y="6397822"/>
              <a:ext cx="291465" cy="1828800"/>
            </a:xfrm>
            <a:custGeom>
              <a:avLst/>
              <a:gdLst/>
              <a:ahLst/>
              <a:cxnLst/>
              <a:rect l="l" t="t" r="r" b="b"/>
              <a:pathLst>
                <a:path w="291465" h="1828800">
                  <a:moveTo>
                    <a:pt x="291411" y="1828792"/>
                  </a:moveTo>
                  <a:lnTo>
                    <a:pt x="0" y="1828792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1" y="1828792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825927" y="7181591"/>
              <a:ext cx="291465" cy="1045210"/>
            </a:xfrm>
            <a:custGeom>
              <a:avLst/>
              <a:gdLst/>
              <a:ahLst/>
              <a:cxnLst/>
              <a:rect l="l" t="t" r="r" b="b"/>
              <a:pathLst>
                <a:path w="291465" h="1045209">
                  <a:moveTo>
                    <a:pt x="291410" y="1045023"/>
                  </a:moveTo>
                  <a:lnTo>
                    <a:pt x="0" y="1045023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0" y="1045023"/>
                  </a:lnTo>
                  <a:close/>
                </a:path>
              </a:pathLst>
            </a:custGeom>
            <a:solidFill>
              <a:srgbClr val="3C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6217884" y="5352798"/>
              <a:ext cx="291465" cy="2874010"/>
            </a:xfrm>
            <a:custGeom>
              <a:avLst/>
              <a:gdLst/>
              <a:ahLst/>
              <a:cxnLst/>
              <a:rect l="l" t="t" r="r" b="b"/>
              <a:pathLst>
                <a:path w="291465" h="2874009">
                  <a:moveTo>
                    <a:pt x="291411" y="2873816"/>
                  </a:moveTo>
                  <a:lnTo>
                    <a:pt x="0" y="2873816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1" y="2873816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524632" y="5614054"/>
              <a:ext cx="291465" cy="2613025"/>
            </a:xfrm>
            <a:custGeom>
              <a:avLst/>
              <a:gdLst/>
              <a:ahLst/>
              <a:cxnLst/>
              <a:rect l="l" t="t" r="r" b="b"/>
              <a:pathLst>
                <a:path w="291465" h="2613025">
                  <a:moveTo>
                    <a:pt x="291411" y="2612560"/>
                  </a:moveTo>
                  <a:lnTo>
                    <a:pt x="0" y="2612560"/>
                  </a:lnTo>
                  <a:lnTo>
                    <a:pt x="0" y="20221"/>
                  </a:lnTo>
                  <a:lnTo>
                    <a:pt x="20220" y="0"/>
                  </a:lnTo>
                  <a:lnTo>
                    <a:pt x="271189" y="0"/>
                  </a:lnTo>
                  <a:lnTo>
                    <a:pt x="291411" y="20221"/>
                  </a:lnTo>
                  <a:lnTo>
                    <a:pt x="291411" y="2612560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6831380" y="7181591"/>
              <a:ext cx="291465" cy="1045210"/>
            </a:xfrm>
            <a:custGeom>
              <a:avLst/>
              <a:gdLst/>
              <a:ahLst/>
              <a:cxnLst/>
              <a:rect l="l" t="t" r="r" b="b"/>
              <a:pathLst>
                <a:path w="291465" h="1045209">
                  <a:moveTo>
                    <a:pt x="291411" y="1045023"/>
                  </a:moveTo>
                  <a:lnTo>
                    <a:pt x="0" y="1045023"/>
                  </a:lnTo>
                  <a:lnTo>
                    <a:pt x="0" y="20221"/>
                  </a:lnTo>
                  <a:lnTo>
                    <a:pt x="20221" y="0"/>
                  </a:lnTo>
                  <a:lnTo>
                    <a:pt x="271189" y="0"/>
                  </a:lnTo>
                  <a:lnTo>
                    <a:pt x="291411" y="1045023"/>
                  </a:lnTo>
                  <a:close/>
                </a:path>
              </a:pathLst>
            </a:custGeom>
            <a:solidFill>
              <a:srgbClr val="3C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09678"/>
            <a:ext cx="2829560" cy="3877945"/>
            <a:chOff x="0" y="6409678"/>
            <a:chExt cx="2829560" cy="3877945"/>
          </a:xfrm>
        </p:grpSpPr>
        <p:sp>
          <p:nvSpPr>
            <p:cNvPr id="3" name="object 3"/>
            <p:cNvSpPr/>
            <p:nvPr/>
          </p:nvSpPr>
          <p:spPr>
            <a:xfrm>
              <a:off x="0" y="6409678"/>
              <a:ext cx="2829560" cy="3877945"/>
            </a:xfrm>
            <a:custGeom>
              <a:avLst/>
              <a:gdLst/>
              <a:ahLst/>
              <a:cxnLst/>
              <a:rect l="l" t="t" r="r" b="b"/>
              <a:pathLst>
                <a:path w="2829560" h="3877945">
                  <a:moveTo>
                    <a:pt x="2278685" y="3427247"/>
                  </a:moveTo>
                  <a:lnTo>
                    <a:pt x="1791123" y="3877320"/>
                  </a:lnTo>
                  <a:lnTo>
                    <a:pt x="0" y="3877321"/>
                  </a:lnTo>
                  <a:lnTo>
                    <a:pt x="0" y="165564"/>
                  </a:lnTo>
                  <a:lnTo>
                    <a:pt x="1524" y="165100"/>
                  </a:lnTo>
                  <a:lnTo>
                    <a:pt x="43566" y="139700"/>
                  </a:lnTo>
                  <a:lnTo>
                    <a:pt x="388845" y="38099"/>
                  </a:lnTo>
                  <a:lnTo>
                    <a:pt x="432865" y="38100"/>
                  </a:lnTo>
                  <a:lnTo>
                    <a:pt x="477018" y="25399"/>
                  </a:lnTo>
                  <a:lnTo>
                    <a:pt x="1143627" y="25400"/>
                  </a:lnTo>
                  <a:lnTo>
                    <a:pt x="1274969" y="63500"/>
                  </a:lnTo>
                  <a:lnTo>
                    <a:pt x="1318384" y="63500"/>
                  </a:lnTo>
                  <a:lnTo>
                    <a:pt x="1404564" y="88900"/>
                  </a:lnTo>
                  <a:lnTo>
                    <a:pt x="1447294" y="114300"/>
                  </a:lnTo>
                  <a:lnTo>
                    <a:pt x="1573836" y="152400"/>
                  </a:lnTo>
                  <a:lnTo>
                    <a:pt x="1615411" y="177800"/>
                  </a:lnTo>
                  <a:lnTo>
                    <a:pt x="1656653" y="190500"/>
                  </a:lnTo>
                  <a:lnTo>
                    <a:pt x="1697546" y="215900"/>
                  </a:lnTo>
                  <a:lnTo>
                    <a:pt x="1738072" y="228600"/>
                  </a:lnTo>
                  <a:lnTo>
                    <a:pt x="1857281" y="304800"/>
                  </a:lnTo>
                  <a:lnTo>
                    <a:pt x="1934604" y="355600"/>
                  </a:lnTo>
                  <a:lnTo>
                    <a:pt x="2010048" y="406400"/>
                  </a:lnTo>
                  <a:lnTo>
                    <a:pt x="2083473" y="457200"/>
                  </a:lnTo>
                  <a:lnTo>
                    <a:pt x="2119386" y="495300"/>
                  </a:lnTo>
                  <a:lnTo>
                    <a:pt x="2154743" y="520700"/>
                  </a:lnTo>
                  <a:lnTo>
                    <a:pt x="2189527" y="558800"/>
                  </a:lnTo>
                  <a:lnTo>
                    <a:pt x="2223719" y="584200"/>
                  </a:lnTo>
                  <a:lnTo>
                    <a:pt x="2257304" y="622300"/>
                  </a:lnTo>
                  <a:lnTo>
                    <a:pt x="2290264" y="660400"/>
                  </a:lnTo>
                  <a:lnTo>
                    <a:pt x="2322407" y="685800"/>
                  </a:lnTo>
                  <a:lnTo>
                    <a:pt x="2353556" y="723900"/>
                  </a:lnTo>
                  <a:lnTo>
                    <a:pt x="2383711" y="762000"/>
                  </a:lnTo>
                  <a:lnTo>
                    <a:pt x="2412872" y="800100"/>
                  </a:lnTo>
                  <a:lnTo>
                    <a:pt x="2441040" y="838200"/>
                  </a:lnTo>
                  <a:lnTo>
                    <a:pt x="2468216" y="876300"/>
                  </a:lnTo>
                  <a:lnTo>
                    <a:pt x="2494401" y="914400"/>
                  </a:lnTo>
                  <a:lnTo>
                    <a:pt x="2519595" y="952500"/>
                  </a:lnTo>
                  <a:lnTo>
                    <a:pt x="2543798" y="990600"/>
                  </a:lnTo>
                  <a:lnTo>
                    <a:pt x="2567013" y="1028700"/>
                  </a:lnTo>
                  <a:lnTo>
                    <a:pt x="2589239" y="1079500"/>
                  </a:lnTo>
                  <a:lnTo>
                    <a:pt x="2610476" y="1117600"/>
                  </a:lnTo>
                  <a:lnTo>
                    <a:pt x="2630727" y="1155700"/>
                  </a:lnTo>
                  <a:lnTo>
                    <a:pt x="2649991" y="1193800"/>
                  </a:lnTo>
                  <a:lnTo>
                    <a:pt x="2668269" y="1244600"/>
                  </a:lnTo>
                  <a:lnTo>
                    <a:pt x="2685561" y="1282700"/>
                  </a:lnTo>
                  <a:lnTo>
                    <a:pt x="2701869" y="1320800"/>
                  </a:lnTo>
                  <a:lnTo>
                    <a:pt x="2717194" y="1371600"/>
                  </a:lnTo>
                  <a:lnTo>
                    <a:pt x="2731535" y="1409700"/>
                  </a:lnTo>
                  <a:lnTo>
                    <a:pt x="2744893" y="1447800"/>
                  </a:lnTo>
                  <a:lnTo>
                    <a:pt x="2757270" y="1498600"/>
                  </a:lnTo>
                  <a:lnTo>
                    <a:pt x="2768666" y="1536700"/>
                  </a:lnTo>
                  <a:lnTo>
                    <a:pt x="2779081" y="1587500"/>
                  </a:lnTo>
                  <a:lnTo>
                    <a:pt x="2788517" y="1625600"/>
                  </a:lnTo>
                  <a:lnTo>
                    <a:pt x="2796973" y="1676400"/>
                  </a:lnTo>
                  <a:lnTo>
                    <a:pt x="2804451" y="1714500"/>
                  </a:lnTo>
                  <a:lnTo>
                    <a:pt x="2810952" y="1765300"/>
                  </a:lnTo>
                  <a:lnTo>
                    <a:pt x="2816475" y="1803400"/>
                  </a:lnTo>
                  <a:lnTo>
                    <a:pt x="2821023" y="1854200"/>
                  </a:lnTo>
                  <a:lnTo>
                    <a:pt x="2824594" y="1892300"/>
                  </a:lnTo>
                  <a:lnTo>
                    <a:pt x="2827191" y="1943100"/>
                  </a:lnTo>
                  <a:lnTo>
                    <a:pt x="2828814" y="1981200"/>
                  </a:lnTo>
                  <a:lnTo>
                    <a:pt x="2829463" y="2032000"/>
                  </a:lnTo>
                  <a:lnTo>
                    <a:pt x="2829139" y="2070100"/>
                  </a:lnTo>
                  <a:lnTo>
                    <a:pt x="2827843" y="2120900"/>
                  </a:lnTo>
                  <a:lnTo>
                    <a:pt x="2822338" y="2209800"/>
                  </a:lnTo>
                  <a:lnTo>
                    <a:pt x="2818130" y="2247900"/>
                  </a:lnTo>
                  <a:lnTo>
                    <a:pt x="2812952" y="2298700"/>
                  </a:lnTo>
                  <a:lnTo>
                    <a:pt x="2806806" y="2336800"/>
                  </a:lnTo>
                  <a:lnTo>
                    <a:pt x="2799692" y="2387600"/>
                  </a:lnTo>
                  <a:lnTo>
                    <a:pt x="2791610" y="2425700"/>
                  </a:lnTo>
                  <a:lnTo>
                    <a:pt x="2782562" y="2463800"/>
                  </a:lnTo>
                  <a:lnTo>
                    <a:pt x="2772548" y="2514600"/>
                  </a:lnTo>
                  <a:lnTo>
                    <a:pt x="2761569" y="2552700"/>
                  </a:lnTo>
                  <a:lnTo>
                    <a:pt x="2749625" y="2603500"/>
                  </a:lnTo>
                  <a:lnTo>
                    <a:pt x="2736717" y="2641600"/>
                  </a:lnTo>
                  <a:lnTo>
                    <a:pt x="2722846" y="2679700"/>
                  </a:lnTo>
                  <a:lnTo>
                    <a:pt x="2708013" y="2730500"/>
                  </a:lnTo>
                  <a:lnTo>
                    <a:pt x="2692217" y="2768600"/>
                  </a:lnTo>
                  <a:lnTo>
                    <a:pt x="2675461" y="2806700"/>
                  </a:lnTo>
                  <a:lnTo>
                    <a:pt x="2657744" y="2857500"/>
                  </a:lnTo>
                  <a:lnTo>
                    <a:pt x="2639068" y="2895600"/>
                  </a:lnTo>
                  <a:lnTo>
                    <a:pt x="2619432" y="2933700"/>
                  </a:lnTo>
                  <a:lnTo>
                    <a:pt x="2598838" y="2971800"/>
                  </a:lnTo>
                  <a:lnTo>
                    <a:pt x="2577287" y="3022600"/>
                  </a:lnTo>
                  <a:lnTo>
                    <a:pt x="2554778" y="3060700"/>
                  </a:lnTo>
                  <a:lnTo>
                    <a:pt x="2531314" y="3098800"/>
                  </a:lnTo>
                  <a:lnTo>
                    <a:pt x="2506893" y="3136900"/>
                  </a:lnTo>
                  <a:lnTo>
                    <a:pt x="2481518" y="3175000"/>
                  </a:lnTo>
                  <a:lnTo>
                    <a:pt x="2455189" y="3213100"/>
                  </a:lnTo>
                  <a:lnTo>
                    <a:pt x="2427906" y="3251200"/>
                  </a:lnTo>
                  <a:lnTo>
                    <a:pt x="2399670" y="3289300"/>
                  </a:lnTo>
                  <a:lnTo>
                    <a:pt x="2340342" y="3352800"/>
                  </a:lnTo>
                  <a:lnTo>
                    <a:pt x="2309252" y="3390900"/>
                  </a:lnTo>
                  <a:lnTo>
                    <a:pt x="2278685" y="3427247"/>
                  </a:lnTo>
                  <a:close/>
                </a:path>
                <a:path w="2829560" h="3877945">
                  <a:moveTo>
                    <a:pt x="1099539" y="25400"/>
                  </a:moveTo>
                  <a:lnTo>
                    <a:pt x="521288" y="25400"/>
                  </a:lnTo>
                  <a:lnTo>
                    <a:pt x="565657" y="12699"/>
                  </a:lnTo>
                  <a:lnTo>
                    <a:pt x="1055325" y="12700"/>
                  </a:lnTo>
                  <a:lnTo>
                    <a:pt x="1099539" y="25400"/>
                  </a:lnTo>
                  <a:close/>
                </a:path>
                <a:path w="2829560" h="3877945">
                  <a:moveTo>
                    <a:pt x="966593" y="12700"/>
                  </a:moveTo>
                  <a:lnTo>
                    <a:pt x="654623" y="12700"/>
                  </a:lnTo>
                  <a:lnTo>
                    <a:pt x="699186" y="0"/>
                  </a:lnTo>
                  <a:lnTo>
                    <a:pt x="922108" y="0"/>
                  </a:lnTo>
                  <a:lnTo>
                    <a:pt x="966593" y="12700"/>
                  </a:lnTo>
                  <a:close/>
                </a:path>
                <a:path w="2829560" h="3877945">
                  <a:moveTo>
                    <a:pt x="2370482" y="3327400"/>
                  </a:moveTo>
                  <a:lnTo>
                    <a:pt x="2340342" y="3352800"/>
                  </a:lnTo>
                  <a:lnTo>
                    <a:pt x="2376818" y="3319128"/>
                  </a:lnTo>
                  <a:lnTo>
                    <a:pt x="2370482" y="3327400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27566" y="9607320"/>
              <a:ext cx="2080260" cy="680085"/>
            </a:xfrm>
            <a:custGeom>
              <a:avLst/>
              <a:gdLst/>
              <a:ahLst/>
              <a:cxnLst/>
              <a:rect l="l" t="t" r="r" b="b"/>
              <a:pathLst>
                <a:path w="2080260" h="680084">
                  <a:moveTo>
                    <a:pt x="2080210" y="679678"/>
                  </a:moveTo>
                  <a:lnTo>
                    <a:pt x="0" y="679678"/>
                  </a:lnTo>
                  <a:lnTo>
                    <a:pt x="447578" y="266514"/>
                  </a:lnTo>
                  <a:lnTo>
                    <a:pt x="484142" y="234339"/>
                  </a:lnTo>
                  <a:lnTo>
                    <a:pt x="521814" y="204247"/>
                  </a:lnTo>
                  <a:lnTo>
                    <a:pt x="560521" y="176234"/>
                  </a:lnTo>
                  <a:lnTo>
                    <a:pt x="600188" y="150299"/>
                  </a:lnTo>
                  <a:lnTo>
                    <a:pt x="640740" y="126438"/>
                  </a:lnTo>
                  <a:lnTo>
                    <a:pt x="682104" y="104648"/>
                  </a:lnTo>
                  <a:lnTo>
                    <a:pt x="724205" y="84926"/>
                  </a:lnTo>
                  <a:lnTo>
                    <a:pt x="766968" y="67269"/>
                  </a:lnTo>
                  <a:lnTo>
                    <a:pt x="810320" y="51674"/>
                  </a:lnTo>
                  <a:lnTo>
                    <a:pt x="854185" y="38138"/>
                  </a:lnTo>
                  <a:lnTo>
                    <a:pt x="898489" y="26659"/>
                  </a:lnTo>
                  <a:lnTo>
                    <a:pt x="943158" y="17232"/>
                  </a:lnTo>
                  <a:lnTo>
                    <a:pt x="988118" y="9856"/>
                  </a:lnTo>
                  <a:lnTo>
                    <a:pt x="1033295" y="4527"/>
                  </a:lnTo>
                  <a:lnTo>
                    <a:pt x="1078612" y="1243"/>
                  </a:lnTo>
                  <a:lnTo>
                    <a:pt x="1123998" y="0"/>
                  </a:lnTo>
                  <a:lnTo>
                    <a:pt x="1169376" y="794"/>
                  </a:lnTo>
                  <a:lnTo>
                    <a:pt x="1214673" y="3625"/>
                  </a:lnTo>
                  <a:lnTo>
                    <a:pt x="1259814" y="8488"/>
                  </a:lnTo>
                  <a:lnTo>
                    <a:pt x="1304725" y="15380"/>
                  </a:lnTo>
                  <a:lnTo>
                    <a:pt x="1349332" y="24298"/>
                  </a:lnTo>
                  <a:lnTo>
                    <a:pt x="1393559" y="35240"/>
                  </a:lnTo>
                  <a:lnTo>
                    <a:pt x="1437334" y="48203"/>
                  </a:lnTo>
                  <a:lnTo>
                    <a:pt x="1480580" y="63183"/>
                  </a:lnTo>
                  <a:lnTo>
                    <a:pt x="1523225" y="80177"/>
                  </a:lnTo>
                  <a:lnTo>
                    <a:pt x="1565193" y="99183"/>
                  </a:lnTo>
                  <a:lnTo>
                    <a:pt x="1606410" y="120198"/>
                  </a:lnTo>
                  <a:lnTo>
                    <a:pt x="1646802" y="143218"/>
                  </a:lnTo>
                  <a:lnTo>
                    <a:pt x="1686294" y="168241"/>
                  </a:lnTo>
                  <a:lnTo>
                    <a:pt x="1724812" y="195264"/>
                  </a:lnTo>
                  <a:lnTo>
                    <a:pt x="1762282" y="224283"/>
                  </a:lnTo>
                  <a:lnTo>
                    <a:pt x="1798629" y="255296"/>
                  </a:lnTo>
                  <a:lnTo>
                    <a:pt x="1833778" y="288300"/>
                  </a:lnTo>
                  <a:lnTo>
                    <a:pt x="1867657" y="323291"/>
                  </a:lnTo>
                  <a:lnTo>
                    <a:pt x="1899831" y="359855"/>
                  </a:lnTo>
                  <a:lnTo>
                    <a:pt x="1929923" y="397527"/>
                  </a:lnTo>
                  <a:lnTo>
                    <a:pt x="1957936" y="436234"/>
                  </a:lnTo>
                  <a:lnTo>
                    <a:pt x="1983871" y="475901"/>
                  </a:lnTo>
                  <a:lnTo>
                    <a:pt x="2007732" y="516453"/>
                  </a:lnTo>
                  <a:lnTo>
                    <a:pt x="2029522" y="557817"/>
                  </a:lnTo>
                  <a:lnTo>
                    <a:pt x="2049244" y="599918"/>
                  </a:lnTo>
                  <a:lnTo>
                    <a:pt x="2066901" y="642681"/>
                  </a:lnTo>
                  <a:lnTo>
                    <a:pt x="2080210" y="679678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6335116" y="-1"/>
            <a:ext cx="1953260" cy="4264025"/>
            <a:chOff x="16335116" y="-1"/>
            <a:chExt cx="1953260" cy="4264025"/>
          </a:xfrm>
        </p:grpSpPr>
        <p:sp>
          <p:nvSpPr>
            <p:cNvPr id="6" name="object 6"/>
            <p:cNvSpPr/>
            <p:nvPr/>
          </p:nvSpPr>
          <p:spPr>
            <a:xfrm>
              <a:off x="16335116" y="0"/>
              <a:ext cx="1953260" cy="4264025"/>
            </a:xfrm>
            <a:custGeom>
              <a:avLst/>
              <a:gdLst/>
              <a:ahLst/>
              <a:cxnLst/>
              <a:rect l="l" t="t" r="r" b="b"/>
              <a:pathLst>
                <a:path w="1953259" h="4264025">
                  <a:moveTo>
                    <a:pt x="1264337" y="0"/>
                  </a:moveTo>
                  <a:lnTo>
                    <a:pt x="594022" y="618774"/>
                  </a:lnTo>
                  <a:lnTo>
                    <a:pt x="627399" y="580674"/>
                  </a:lnTo>
                  <a:lnTo>
                    <a:pt x="661681" y="542574"/>
                  </a:lnTo>
                  <a:lnTo>
                    <a:pt x="696866" y="517174"/>
                  </a:lnTo>
                  <a:lnTo>
                    <a:pt x="1257118" y="0"/>
                  </a:lnTo>
                  <a:lnTo>
                    <a:pt x="1264337" y="0"/>
                  </a:lnTo>
                  <a:close/>
                </a:path>
                <a:path w="1953259" h="4264025">
                  <a:moveTo>
                    <a:pt x="1257118" y="0"/>
                  </a:moveTo>
                  <a:lnTo>
                    <a:pt x="696866" y="517174"/>
                  </a:lnTo>
                  <a:lnTo>
                    <a:pt x="1255624" y="0"/>
                  </a:lnTo>
                  <a:lnTo>
                    <a:pt x="1257118" y="0"/>
                  </a:lnTo>
                  <a:close/>
                </a:path>
                <a:path w="1953259" h="4264025">
                  <a:moveTo>
                    <a:pt x="1952885" y="4250975"/>
                  </a:moveTo>
                  <a:lnTo>
                    <a:pt x="1855825" y="4250975"/>
                  </a:lnTo>
                  <a:lnTo>
                    <a:pt x="1811352" y="4238275"/>
                  </a:lnTo>
                  <a:lnTo>
                    <a:pt x="1767010" y="4238275"/>
                  </a:lnTo>
                  <a:lnTo>
                    <a:pt x="1376360" y="4123975"/>
                  </a:lnTo>
                  <a:lnTo>
                    <a:pt x="1334176" y="4098575"/>
                  </a:lnTo>
                  <a:lnTo>
                    <a:pt x="1250729" y="4073175"/>
                  </a:lnTo>
                  <a:lnTo>
                    <a:pt x="1168611" y="4022375"/>
                  </a:lnTo>
                  <a:lnTo>
                    <a:pt x="1128090" y="4009675"/>
                  </a:lnTo>
                  <a:lnTo>
                    <a:pt x="1008864" y="3933475"/>
                  </a:lnTo>
                  <a:lnTo>
                    <a:pt x="931484" y="3882675"/>
                  </a:lnTo>
                  <a:lnTo>
                    <a:pt x="855931" y="3831875"/>
                  </a:lnTo>
                  <a:lnTo>
                    <a:pt x="818878" y="3806475"/>
                  </a:lnTo>
                  <a:lnTo>
                    <a:pt x="782330" y="3768375"/>
                  </a:lnTo>
                  <a:lnTo>
                    <a:pt x="746300" y="3742975"/>
                  </a:lnTo>
                  <a:lnTo>
                    <a:pt x="710806" y="3704875"/>
                  </a:lnTo>
                  <a:lnTo>
                    <a:pt x="683844" y="3685277"/>
                  </a:lnTo>
                  <a:lnTo>
                    <a:pt x="485808" y="3470746"/>
                  </a:lnTo>
                  <a:lnTo>
                    <a:pt x="450484" y="3425475"/>
                  </a:lnTo>
                  <a:lnTo>
                    <a:pt x="421852" y="3387375"/>
                  </a:lnTo>
                  <a:lnTo>
                    <a:pt x="394166" y="3349275"/>
                  </a:lnTo>
                  <a:lnTo>
                    <a:pt x="367425" y="3311175"/>
                  </a:lnTo>
                  <a:lnTo>
                    <a:pt x="341629" y="3273075"/>
                  </a:lnTo>
                  <a:lnTo>
                    <a:pt x="316777" y="3234975"/>
                  </a:lnTo>
                  <a:lnTo>
                    <a:pt x="292869" y="3196875"/>
                  </a:lnTo>
                  <a:lnTo>
                    <a:pt x="269904" y="3146075"/>
                  </a:lnTo>
                  <a:lnTo>
                    <a:pt x="247881" y="3107975"/>
                  </a:lnTo>
                  <a:lnTo>
                    <a:pt x="226800" y="3069875"/>
                  </a:lnTo>
                  <a:lnTo>
                    <a:pt x="206660" y="3031775"/>
                  </a:lnTo>
                  <a:lnTo>
                    <a:pt x="187460" y="2980975"/>
                  </a:lnTo>
                  <a:lnTo>
                    <a:pt x="169200" y="2942875"/>
                  </a:lnTo>
                  <a:lnTo>
                    <a:pt x="151880" y="2904775"/>
                  </a:lnTo>
                  <a:lnTo>
                    <a:pt x="135497" y="2853975"/>
                  </a:lnTo>
                  <a:lnTo>
                    <a:pt x="120053" y="2815875"/>
                  </a:lnTo>
                  <a:lnTo>
                    <a:pt x="105546" y="2777775"/>
                  </a:lnTo>
                  <a:lnTo>
                    <a:pt x="91976" y="2726975"/>
                  </a:lnTo>
                  <a:lnTo>
                    <a:pt x="79342" y="2688875"/>
                  </a:lnTo>
                  <a:lnTo>
                    <a:pt x="67644" y="2638075"/>
                  </a:lnTo>
                  <a:lnTo>
                    <a:pt x="56880" y="2599975"/>
                  </a:lnTo>
                  <a:lnTo>
                    <a:pt x="47050" y="2549175"/>
                  </a:lnTo>
                  <a:lnTo>
                    <a:pt x="38154" y="2511075"/>
                  </a:lnTo>
                  <a:lnTo>
                    <a:pt x="30191" y="2460275"/>
                  </a:lnTo>
                  <a:lnTo>
                    <a:pt x="23161" y="2422175"/>
                  </a:lnTo>
                  <a:lnTo>
                    <a:pt x="17062" y="2371375"/>
                  </a:lnTo>
                  <a:lnTo>
                    <a:pt x="11894" y="2333275"/>
                  </a:lnTo>
                  <a:lnTo>
                    <a:pt x="4349" y="2244375"/>
                  </a:lnTo>
                  <a:lnTo>
                    <a:pt x="1971" y="2193575"/>
                  </a:lnTo>
                  <a:lnTo>
                    <a:pt x="521" y="2155475"/>
                  </a:lnTo>
                  <a:lnTo>
                    <a:pt x="0" y="2104675"/>
                  </a:lnTo>
                  <a:lnTo>
                    <a:pt x="405" y="2066575"/>
                  </a:lnTo>
                  <a:lnTo>
                    <a:pt x="1738" y="2015775"/>
                  </a:lnTo>
                  <a:lnTo>
                    <a:pt x="7181" y="1926875"/>
                  </a:lnTo>
                  <a:lnTo>
                    <a:pt x="11290" y="1888775"/>
                  </a:lnTo>
                  <a:lnTo>
                    <a:pt x="16323" y="1837975"/>
                  </a:lnTo>
                  <a:lnTo>
                    <a:pt x="22280" y="1799875"/>
                  </a:lnTo>
                  <a:lnTo>
                    <a:pt x="29160" y="1749075"/>
                  </a:lnTo>
                  <a:lnTo>
                    <a:pt x="36962" y="1710975"/>
                  </a:lnTo>
                  <a:lnTo>
                    <a:pt x="45686" y="1660175"/>
                  </a:lnTo>
                  <a:lnTo>
                    <a:pt x="55332" y="1622075"/>
                  </a:lnTo>
                  <a:lnTo>
                    <a:pt x="65898" y="1571275"/>
                  </a:lnTo>
                  <a:lnTo>
                    <a:pt x="77383" y="1533175"/>
                  </a:lnTo>
                  <a:lnTo>
                    <a:pt x="89788" y="1482375"/>
                  </a:lnTo>
                  <a:lnTo>
                    <a:pt x="103112" y="1444275"/>
                  </a:lnTo>
                  <a:lnTo>
                    <a:pt x="117354" y="1393475"/>
                  </a:lnTo>
                  <a:lnTo>
                    <a:pt x="132513" y="1355375"/>
                  </a:lnTo>
                  <a:lnTo>
                    <a:pt x="148589" y="1317274"/>
                  </a:lnTo>
                  <a:lnTo>
                    <a:pt x="165581" y="1266474"/>
                  </a:lnTo>
                  <a:lnTo>
                    <a:pt x="183489" y="1228374"/>
                  </a:lnTo>
                  <a:lnTo>
                    <a:pt x="202312" y="1190274"/>
                  </a:lnTo>
                  <a:lnTo>
                    <a:pt x="222049" y="1152174"/>
                  </a:lnTo>
                  <a:lnTo>
                    <a:pt x="242699" y="1101374"/>
                  </a:lnTo>
                  <a:lnTo>
                    <a:pt x="264263" y="1063274"/>
                  </a:lnTo>
                  <a:lnTo>
                    <a:pt x="286739" y="1025174"/>
                  </a:lnTo>
                  <a:lnTo>
                    <a:pt x="310128" y="987074"/>
                  </a:lnTo>
                  <a:lnTo>
                    <a:pt x="334427" y="948974"/>
                  </a:lnTo>
                  <a:lnTo>
                    <a:pt x="359637" y="910874"/>
                  </a:lnTo>
                  <a:lnTo>
                    <a:pt x="385756" y="872774"/>
                  </a:lnTo>
                  <a:lnTo>
                    <a:pt x="412786" y="834674"/>
                  </a:lnTo>
                  <a:lnTo>
                    <a:pt x="440724" y="796574"/>
                  </a:lnTo>
                  <a:lnTo>
                    <a:pt x="469570" y="758474"/>
                  </a:lnTo>
                  <a:lnTo>
                    <a:pt x="499323" y="720374"/>
                  </a:lnTo>
                  <a:lnTo>
                    <a:pt x="529983" y="682274"/>
                  </a:lnTo>
                  <a:lnTo>
                    <a:pt x="561550" y="644174"/>
                  </a:lnTo>
                  <a:lnTo>
                    <a:pt x="594022" y="618774"/>
                  </a:lnTo>
                  <a:lnTo>
                    <a:pt x="1264337" y="0"/>
                  </a:lnTo>
                  <a:lnTo>
                    <a:pt x="1952885" y="0"/>
                  </a:lnTo>
                  <a:lnTo>
                    <a:pt x="1952885" y="4250975"/>
                  </a:lnTo>
                  <a:close/>
                </a:path>
                <a:path w="1953259" h="4264025">
                  <a:moveTo>
                    <a:pt x="1952885" y="4263675"/>
                  </a:moveTo>
                  <a:lnTo>
                    <a:pt x="1945099" y="4263675"/>
                  </a:lnTo>
                  <a:lnTo>
                    <a:pt x="1900412" y="4250975"/>
                  </a:lnTo>
                  <a:lnTo>
                    <a:pt x="1952885" y="4250975"/>
                  </a:lnTo>
                  <a:lnTo>
                    <a:pt x="1952885" y="4263675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729710" y="-1"/>
              <a:ext cx="1558290" cy="582295"/>
            </a:xfrm>
            <a:custGeom>
              <a:avLst/>
              <a:gdLst/>
              <a:ahLst/>
              <a:cxnLst/>
              <a:rect l="l" t="t" r="r" b="b"/>
              <a:pathLst>
                <a:path w="1558290" h="582295">
                  <a:moveTo>
                    <a:pt x="1558291" y="394218"/>
                  </a:moveTo>
                  <a:lnTo>
                    <a:pt x="1490828" y="437214"/>
                  </a:lnTo>
                  <a:lnTo>
                    <a:pt x="1450676" y="459451"/>
                  </a:lnTo>
                  <a:lnTo>
                    <a:pt x="1409829" y="479826"/>
                  </a:lnTo>
                  <a:lnTo>
                    <a:pt x="1368347" y="498342"/>
                  </a:lnTo>
                  <a:lnTo>
                    <a:pt x="1326293" y="515001"/>
                  </a:lnTo>
                  <a:lnTo>
                    <a:pt x="1283729" y="529806"/>
                  </a:lnTo>
                  <a:lnTo>
                    <a:pt x="1240714" y="542758"/>
                  </a:lnTo>
                  <a:lnTo>
                    <a:pt x="1197312" y="553861"/>
                  </a:lnTo>
                  <a:lnTo>
                    <a:pt x="1153583" y="563117"/>
                  </a:lnTo>
                  <a:lnTo>
                    <a:pt x="1109589" y="570528"/>
                  </a:lnTo>
                  <a:lnTo>
                    <a:pt x="1065391" y="576097"/>
                  </a:lnTo>
                  <a:lnTo>
                    <a:pt x="1021052" y="579826"/>
                  </a:lnTo>
                  <a:lnTo>
                    <a:pt x="975287" y="581776"/>
                  </a:lnTo>
                  <a:lnTo>
                    <a:pt x="932193" y="581776"/>
                  </a:lnTo>
                  <a:lnTo>
                    <a:pt x="887796" y="580001"/>
                  </a:lnTo>
                  <a:lnTo>
                    <a:pt x="843503" y="576396"/>
                  </a:lnTo>
                  <a:lnTo>
                    <a:pt x="799376" y="570964"/>
                  </a:lnTo>
                  <a:lnTo>
                    <a:pt x="755476" y="563706"/>
                  </a:lnTo>
                  <a:lnTo>
                    <a:pt x="711864" y="554626"/>
                  </a:lnTo>
                  <a:lnTo>
                    <a:pt x="668602" y="543727"/>
                  </a:lnTo>
                  <a:lnTo>
                    <a:pt x="625751" y="531009"/>
                  </a:lnTo>
                  <a:lnTo>
                    <a:pt x="583374" y="516477"/>
                  </a:lnTo>
                  <a:lnTo>
                    <a:pt x="541531" y="500131"/>
                  </a:lnTo>
                  <a:lnTo>
                    <a:pt x="500284" y="481976"/>
                  </a:lnTo>
                  <a:lnTo>
                    <a:pt x="459694" y="462013"/>
                  </a:lnTo>
                  <a:lnTo>
                    <a:pt x="419823" y="440244"/>
                  </a:lnTo>
                  <a:lnTo>
                    <a:pt x="380733" y="416673"/>
                  </a:lnTo>
                  <a:lnTo>
                    <a:pt x="342484" y="391301"/>
                  </a:lnTo>
                  <a:lnTo>
                    <a:pt x="305140" y="364132"/>
                  </a:lnTo>
                  <a:lnTo>
                    <a:pt x="268759" y="335167"/>
                  </a:lnTo>
                  <a:lnTo>
                    <a:pt x="233406" y="304409"/>
                  </a:lnTo>
                  <a:lnTo>
                    <a:pt x="199140" y="271860"/>
                  </a:lnTo>
                  <a:lnTo>
                    <a:pt x="166023" y="237524"/>
                  </a:lnTo>
                  <a:lnTo>
                    <a:pt x="134441" y="201772"/>
                  </a:lnTo>
                  <a:lnTo>
                    <a:pt x="104732" y="165017"/>
                  </a:lnTo>
                  <a:lnTo>
                    <a:pt x="76894" y="127320"/>
                  </a:lnTo>
                  <a:lnTo>
                    <a:pt x="50926" y="88744"/>
                  </a:lnTo>
                  <a:lnTo>
                    <a:pt x="26825" y="49349"/>
                  </a:lnTo>
                  <a:lnTo>
                    <a:pt x="4587" y="9197"/>
                  </a:lnTo>
                  <a:lnTo>
                    <a:pt x="0" y="0"/>
                  </a:lnTo>
                  <a:lnTo>
                    <a:pt x="1558291" y="0"/>
                  </a:lnTo>
                  <a:lnTo>
                    <a:pt x="1558291" y="394218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4041460" y="9147978"/>
            <a:ext cx="2524125" cy="1139190"/>
          </a:xfrm>
          <a:custGeom>
            <a:avLst/>
            <a:gdLst/>
            <a:ahLst/>
            <a:cxnLst/>
            <a:rect l="l" t="t" r="r" b="b"/>
            <a:pathLst>
              <a:path w="2524125" h="1139190">
                <a:moveTo>
                  <a:pt x="0" y="1139020"/>
                </a:moveTo>
                <a:lnTo>
                  <a:pt x="967449" y="245956"/>
                </a:lnTo>
                <a:lnTo>
                  <a:pt x="1003339" y="214469"/>
                </a:lnTo>
                <a:lnTo>
                  <a:pt x="1040379" y="185152"/>
                </a:lnTo>
                <a:lnTo>
                  <a:pt x="1078486" y="158001"/>
                </a:lnTo>
                <a:lnTo>
                  <a:pt x="1117580" y="133014"/>
                </a:lnTo>
                <a:lnTo>
                  <a:pt x="1157577" y="110187"/>
                </a:lnTo>
                <a:lnTo>
                  <a:pt x="1198395" y="89517"/>
                </a:lnTo>
                <a:lnTo>
                  <a:pt x="1239952" y="71000"/>
                </a:lnTo>
                <a:lnTo>
                  <a:pt x="1282165" y="54634"/>
                </a:lnTo>
                <a:lnTo>
                  <a:pt x="1324953" y="40414"/>
                </a:lnTo>
                <a:lnTo>
                  <a:pt x="1368231" y="28338"/>
                </a:lnTo>
                <a:lnTo>
                  <a:pt x="1411920" y="18403"/>
                </a:lnTo>
                <a:lnTo>
                  <a:pt x="1455935" y="10605"/>
                </a:lnTo>
                <a:lnTo>
                  <a:pt x="1500194" y="4940"/>
                </a:lnTo>
                <a:lnTo>
                  <a:pt x="1544616" y="1406"/>
                </a:lnTo>
                <a:lnTo>
                  <a:pt x="1589118" y="0"/>
                </a:lnTo>
                <a:lnTo>
                  <a:pt x="1633618" y="717"/>
                </a:lnTo>
                <a:lnTo>
                  <a:pt x="1678032" y="3554"/>
                </a:lnTo>
                <a:lnTo>
                  <a:pt x="1722280" y="8509"/>
                </a:lnTo>
                <a:lnTo>
                  <a:pt x="1766278" y="15579"/>
                </a:lnTo>
                <a:lnTo>
                  <a:pt x="1809944" y="24758"/>
                </a:lnTo>
                <a:lnTo>
                  <a:pt x="1853196" y="36046"/>
                </a:lnTo>
                <a:lnTo>
                  <a:pt x="1895952" y="49437"/>
                </a:lnTo>
                <a:lnTo>
                  <a:pt x="1938128" y="64930"/>
                </a:lnTo>
                <a:lnTo>
                  <a:pt x="1979644" y="82520"/>
                </a:lnTo>
                <a:lnTo>
                  <a:pt x="2020416" y="102204"/>
                </a:lnTo>
                <a:lnTo>
                  <a:pt x="2060362" y="123979"/>
                </a:lnTo>
                <a:lnTo>
                  <a:pt x="2099399" y="147842"/>
                </a:lnTo>
                <a:lnTo>
                  <a:pt x="2137446" y="173789"/>
                </a:lnTo>
                <a:lnTo>
                  <a:pt x="2174420" y="201818"/>
                </a:lnTo>
                <a:lnTo>
                  <a:pt x="2210239" y="231924"/>
                </a:lnTo>
                <a:lnTo>
                  <a:pt x="2244820" y="264105"/>
                </a:lnTo>
                <a:lnTo>
                  <a:pt x="2278081" y="298358"/>
                </a:lnTo>
                <a:lnTo>
                  <a:pt x="2309569" y="334247"/>
                </a:lnTo>
                <a:lnTo>
                  <a:pt x="2338886" y="371286"/>
                </a:lnTo>
                <a:lnTo>
                  <a:pt x="2366037" y="409394"/>
                </a:lnTo>
                <a:lnTo>
                  <a:pt x="2391024" y="448488"/>
                </a:lnTo>
                <a:lnTo>
                  <a:pt x="2413851" y="488485"/>
                </a:lnTo>
                <a:lnTo>
                  <a:pt x="2434521" y="529303"/>
                </a:lnTo>
                <a:lnTo>
                  <a:pt x="2453038" y="570860"/>
                </a:lnTo>
                <a:lnTo>
                  <a:pt x="2469404" y="613073"/>
                </a:lnTo>
                <a:lnTo>
                  <a:pt x="2483624" y="655861"/>
                </a:lnTo>
                <a:lnTo>
                  <a:pt x="2495699" y="699139"/>
                </a:lnTo>
                <a:lnTo>
                  <a:pt x="2505635" y="742828"/>
                </a:lnTo>
                <a:lnTo>
                  <a:pt x="2513433" y="786843"/>
                </a:lnTo>
                <a:lnTo>
                  <a:pt x="2519098" y="831103"/>
                </a:lnTo>
                <a:lnTo>
                  <a:pt x="2522632" y="875525"/>
                </a:lnTo>
                <a:lnTo>
                  <a:pt x="2524038" y="920027"/>
                </a:lnTo>
                <a:lnTo>
                  <a:pt x="2523321" y="964526"/>
                </a:lnTo>
                <a:lnTo>
                  <a:pt x="2520483" y="1008941"/>
                </a:lnTo>
                <a:lnTo>
                  <a:pt x="2515528" y="1053188"/>
                </a:lnTo>
                <a:lnTo>
                  <a:pt x="2508459" y="1097186"/>
                </a:lnTo>
                <a:lnTo>
                  <a:pt x="2499664" y="1139020"/>
                </a:lnTo>
              </a:path>
            </a:pathLst>
          </a:custGeom>
          <a:ln w="114300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800040" y="-57150"/>
            <a:ext cx="2824480" cy="2308225"/>
            <a:chOff x="1800040" y="-57150"/>
            <a:chExt cx="2824480" cy="2308225"/>
          </a:xfrm>
        </p:grpSpPr>
        <p:sp>
          <p:nvSpPr>
            <p:cNvPr id="10" name="object 10"/>
            <p:cNvSpPr/>
            <p:nvPr/>
          </p:nvSpPr>
          <p:spPr>
            <a:xfrm>
              <a:off x="1857190" y="0"/>
              <a:ext cx="2710180" cy="1305560"/>
            </a:xfrm>
            <a:custGeom>
              <a:avLst/>
              <a:gdLst/>
              <a:ahLst/>
              <a:cxnLst/>
              <a:rect l="l" t="t" r="r" b="b"/>
              <a:pathLst>
                <a:path w="2710179" h="1305560">
                  <a:moveTo>
                    <a:pt x="2710107" y="0"/>
                  </a:moveTo>
                  <a:lnTo>
                    <a:pt x="1563457" y="1058485"/>
                  </a:lnTo>
                  <a:lnTo>
                    <a:pt x="1527409" y="1090111"/>
                  </a:lnTo>
                  <a:lnTo>
                    <a:pt x="1490206" y="1119558"/>
                  </a:lnTo>
                  <a:lnTo>
                    <a:pt x="1451930" y="1146828"/>
                  </a:lnTo>
                  <a:lnTo>
                    <a:pt x="1412664" y="1171926"/>
                  </a:lnTo>
                  <a:lnTo>
                    <a:pt x="1372490" y="1194854"/>
                  </a:lnTo>
                  <a:lnTo>
                    <a:pt x="1331492" y="1215615"/>
                  </a:lnTo>
                  <a:lnTo>
                    <a:pt x="1289752" y="1234213"/>
                  </a:lnTo>
                  <a:lnTo>
                    <a:pt x="1247352" y="1250652"/>
                  </a:lnTo>
                  <a:lnTo>
                    <a:pt x="1204376" y="1264934"/>
                  </a:lnTo>
                  <a:lnTo>
                    <a:pt x="1160906" y="1277063"/>
                  </a:lnTo>
                  <a:lnTo>
                    <a:pt x="1117026" y="1287043"/>
                  </a:lnTo>
                  <a:lnTo>
                    <a:pt x="1072816" y="1294875"/>
                  </a:lnTo>
                  <a:lnTo>
                    <a:pt x="1028361" y="1300565"/>
                  </a:lnTo>
                  <a:lnTo>
                    <a:pt x="983743" y="1304114"/>
                  </a:lnTo>
                  <a:lnTo>
                    <a:pt x="939045" y="1305527"/>
                  </a:lnTo>
                  <a:lnTo>
                    <a:pt x="894349" y="1304807"/>
                  </a:lnTo>
                  <a:lnTo>
                    <a:pt x="849738" y="1301957"/>
                  </a:lnTo>
                  <a:lnTo>
                    <a:pt x="805295" y="1296980"/>
                  </a:lnTo>
                  <a:lnTo>
                    <a:pt x="761103" y="1289879"/>
                  </a:lnTo>
                  <a:lnTo>
                    <a:pt x="717244" y="1280659"/>
                  </a:lnTo>
                  <a:lnTo>
                    <a:pt x="673801" y="1269322"/>
                  </a:lnTo>
                  <a:lnTo>
                    <a:pt x="630857" y="1255871"/>
                  </a:lnTo>
                  <a:lnTo>
                    <a:pt x="588494" y="1240310"/>
                  </a:lnTo>
                  <a:lnTo>
                    <a:pt x="546796" y="1222643"/>
                  </a:lnTo>
                  <a:lnTo>
                    <a:pt x="505844" y="1202872"/>
                  </a:lnTo>
                  <a:lnTo>
                    <a:pt x="465722" y="1181000"/>
                  </a:lnTo>
                  <a:lnTo>
                    <a:pt x="426512" y="1157032"/>
                  </a:lnTo>
                  <a:lnTo>
                    <a:pt x="388297" y="1130970"/>
                  </a:lnTo>
                  <a:lnTo>
                    <a:pt x="351160" y="1102818"/>
                  </a:lnTo>
                  <a:lnTo>
                    <a:pt x="315183" y="1072578"/>
                  </a:lnTo>
                  <a:lnTo>
                    <a:pt x="280450" y="1040256"/>
                  </a:lnTo>
                  <a:lnTo>
                    <a:pt x="246986" y="1005901"/>
                  </a:lnTo>
                  <a:lnTo>
                    <a:pt x="215416" y="969805"/>
                  </a:lnTo>
                  <a:lnTo>
                    <a:pt x="185969" y="932601"/>
                  </a:lnTo>
                  <a:lnTo>
                    <a:pt x="158698" y="894325"/>
                  </a:lnTo>
                  <a:lnTo>
                    <a:pt x="133601" y="855059"/>
                  </a:lnTo>
                  <a:lnTo>
                    <a:pt x="110673" y="814886"/>
                  </a:lnTo>
                  <a:lnTo>
                    <a:pt x="89912" y="773887"/>
                  </a:lnTo>
                  <a:lnTo>
                    <a:pt x="71313" y="732147"/>
                  </a:lnTo>
                  <a:lnTo>
                    <a:pt x="54875" y="689748"/>
                  </a:lnTo>
                  <a:lnTo>
                    <a:pt x="40592" y="646772"/>
                  </a:lnTo>
                  <a:lnTo>
                    <a:pt x="28463" y="603302"/>
                  </a:lnTo>
                  <a:lnTo>
                    <a:pt x="18484" y="559421"/>
                  </a:lnTo>
                  <a:lnTo>
                    <a:pt x="10652" y="515211"/>
                  </a:lnTo>
                  <a:lnTo>
                    <a:pt x="4962" y="470756"/>
                  </a:lnTo>
                  <a:lnTo>
                    <a:pt x="1412" y="426138"/>
                  </a:lnTo>
                  <a:lnTo>
                    <a:pt x="0" y="381440"/>
                  </a:lnTo>
                  <a:lnTo>
                    <a:pt x="720" y="336744"/>
                  </a:lnTo>
                  <a:lnTo>
                    <a:pt x="3570" y="292134"/>
                  </a:lnTo>
                  <a:lnTo>
                    <a:pt x="8547" y="247691"/>
                  </a:lnTo>
                  <a:lnTo>
                    <a:pt x="15647" y="203499"/>
                  </a:lnTo>
                  <a:lnTo>
                    <a:pt x="24868" y="159640"/>
                  </a:lnTo>
                  <a:lnTo>
                    <a:pt x="36205" y="116197"/>
                  </a:lnTo>
                  <a:lnTo>
                    <a:pt x="49656" y="73253"/>
                  </a:lnTo>
                  <a:lnTo>
                    <a:pt x="65217" y="30890"/>
                  </a:lnTo>
                  <a:lnTo>
                    <a:pt x="78305" y="0"/>
                  </a:lnTo>
                </a:path>
              </a:pathLst>
            </a:custGeom>
            <a:ln w="114300">
              <a:solidFill>
                <a:srgbClr val="5353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7847" y="421846"/>
              <a:ext cx="1800224" cy="1828799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80041" y="239223"/>
            <a:ext cx="1790699" cy="18383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128986" y="3089904"/>
            <a:ext cx="1993900" cy="58972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900" spc="-10" dirty="0">
                <a:latin typeface="Microsoft Sans Serif"/>
                <a:cs typeface="Microsoft Sans Serif"/>
              </a:rPr>
              <a:t>Функція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154305" marR="146685" algn="ctr">
              <a:lnSpc>
                <a:spcPct val="115100"/>
              </a:lnSpc>
            </a:pPr>
            <a:r>
              <a:rPr sz="1900" spc="-10" dirty="0">
                <a:latin typeface="Microsoft Sans Serif"/>
                <a:cs typeface="Microsoft Sans Serif"/>
              </a:rPr>
              <a:t>автогенерація карток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9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1900" spc="-10" dirty="0">
                <a:latin typeface="Microsoft Sans Serif"/>
                <a:cs typeface="Microsoft Sans Serif"/>
              </a:rPr>
              <a:t>гейміфікація</a:t>
            </a:r>
            <a:endParaRPr sz="1900">
              <a:latin typeface="Microsoft Sans Serif"/>
              <a:cs typeface="Microsoft Sans Serif"/>
            </a:endParaRPr>
          </a:p>
          <a:p>
            <a:pPr algn="ctr">
              <a:lnSpc>
                <a:spcPct val="338200"/>
              </a:lnSpc>
              <a:spcBef>
                <a:spcPts val="1290"/>
              </a:spcBef>
            </a:pPr>
            <a:r>
              <a:rPr sz="1900" spc="65" dirty="0">
                <a:latin typeface="Microsoft Sans Serif"/>
                <a:cs typeface="Microsoft Sans Serif"/>
              </a:rPr>
              <a:t>безкоштовний</a:t>
            </a:r>
            <a:r>
              <a:rPr sz="1900" spc="-10" dirty="0">
                <a:latin typeface="Microsoft Sans Serif"/>
                <a:cs typeface="Microsoft Sans Serif"/>
              </a:rPr>
              <a:t> </a:t>
            </a:r>
            <a:r>
              <a:rPr sz="1900" spc="-25" dirty="0">
                <a:latin typeface="Microsoft Sans Serif"/>
                <a:cs typeface="Microsoft Sans Serif"/>
              </a:rPr>
              <a:t>ai </a:t>
            </a:r>
            <a:r>
              <a:rPr sz="1900" spc="-10" dirty="0">
                <a:latin typeface="Microsoft Sans Serif"/>
                <a:cs typeface="Microsoft Sans Serif"/>
              </a:rPr>
              <a:t>інтерфейс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1900" spc="35" dirty="0">
                <a:latin typeface="Microsoft Sans Serif"/>
                <a:cs typeface="Microsoft Sans Serif"/>
              </a:rPr>
              <a:t>оптимізованість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84639" y="3089904"/>
            <a:ext cx="2239645" cy="6230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43585">
              <a:lnSpc>
                <a:spcPct val="100000"/>
              </a:lnSpc>
              <a:spcBef>
                <a:spcPts val="130"/>
              </a:spcBef>
            </a:pPr>
            <a:r>
              <a:rPr sz="1900" spc="35" dirty="0">
                <a:latin typeface="Microsoft Sans Serif"/>
                <a:cs typeface="Microsoft Sans Serif"/>
              </a:rPr>
              <a:t>quizlet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705485">
              <a:lnSpc>
                <a:spcPct val="100000"/>
              </a:lnSpc>
            </a:pPr>
            <a:r>
              <a:rPr sz="1900" spc="55" dirty="0">
                <a:latin typeface="Microsoft Sans Serif"/>
                <a:cs typeface="Microsoft Sans Serif"/>
              </a:rPr>
              <a:t>вручну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26670" algn="ctr">
              <a:lnSpc>
                <a:spcPct val="100000"/>
              </a:lnSpc>
            </a:pPr>
            <a:r>
              <a:rPr sz="1900" dirty="0">
                <a:latin typeface="Microsoft Sans Serif"/>
                <a:cs typeface="Microsoft Sans Serif"/>
              </a:rPr>
              <a:t>Match,</a:t>
            </a:r>
            <a:r>
              <a:rPr sz="1900" spc="204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Gravity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1900" spc="50" dirty="0">
                <a:latin typeface="Microsoft Sans Serif"/>
                <a:cs typeface="Microsoft Sans Serif"/>
              </a:rPr>
              <a:t>тільки</a:t>
            </a:r>
            <a:r>
              <a:rPr sz="1900" spc="-5" dirty="0">
                <a:latin typeface="Microsoft Sans Serif"/>
                <a:cs typeface="Microsoft Sans Serif"/>
              </a:rPr>
              <a:t> </a:t>
            </a:r>
            <a:r>
              <a:rPr sz="1900" spc="40" dirty="0">
                <a:latin typeface="Microsoft Sans Serif"/>
                <a:cs typeface="Microsoft Sans Serif"/>
              </a:rPr>
              <a:t>платно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1900" dirty="0">
                <a:latin typeface="Microsoft Sans Serif"/>
                <a:cs typeface="Microsoft Sans Serif"/>
              </a:rPr>
              <a:t>Переважно</a:t>
            </a:r>
            <a:r>
              <a:rPr sz="1900" spc="35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старий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1900">
              <a:latin typeface="Microsoft Sans Serif"/>
              <a:cs typeface="Microsoft Sans Serif"/>
            </a:endParaRPr>
          </a:p>
          <a:p>
            <a:pPr algn="ctr">
              <a:lnSpc>
                <a:spcPct val="115100"/>
              </a:lnSpc>
            </a:pPr>
            <a:r>
              <a:rPr sz="1900" spc="45" dirty="0">
                <a:latin typeface="Microsoft Sans Serif"/>
                <a:cs typeface="Microsoft Sans Serif"/>
              </a:rPr>
              <a:t>постійне </a:t>
            </a:r>
            <a:r>
              <a:rPr sz="1900" spc="70" dirty="0">
                <a:latin typeface="Microsoft Sans Serif"/>
                <a:cs typeface="Microsoft Sans Serif"/>
              </a:rPr>
              <a:t>зникнення</a:t>
            </a:r>
            <a:r>
              <a:rPr sz="1900" spc="-15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тексту</a:t>
            </a:r>
            <a:r>
              <a:rPr sz="1900" spc="-10" dirty="0">
                <a:latin typeface="Microsoft Sans Serif"/>
                <a:cs typeface="Microsoft Sans Serif"/>
              </a:rPr>
              <a:t> </a:t>
            </a:r>
            <a:r>
              <a:rPr sz="1900" spc="-50" dirty="0">
                <a:latin typeface="Microsoft Sans Serif"/>
                <a:cs typeface="Microsoft Sans Serif"/>
              </a:rPr>
              <a:t>з </a:t>
            </a:r>
            <a:r>
              <a:rPr sz="1900" spc="-10" dirty="0">
                <a:latin typeface="Microsoft Sans Serif"/>
                <a:cs typeface="Microsoft Sans Serif"/>
              </a:rPr>
              <a:t>карток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53550" y="3089904"/>
            <a:ext cx="2717165" cy="60591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900" spc="75" dirty="0">
                <a:latin typeface="Microsoft Sans Serif"/>
                <a:cs typeface="Microsoft Sans Serif"/>
              </a:rPr>
              <a:t>knowt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R="55244" algn="ctr">
              <a:lnSpc>
                <a:spcPct val="100000"/>
              </a:lnSpc>
            </a:pPr>
            <a:r>
              <a:rPr sz="1900" dirty="0">
                <a:latin typeface="Microsoft Sans Serif"/>
                <a:cs typeface="Microsoft Sans Serif"/>
              </a:rPr>
              <a:t>з</a:t>
            </a:r>
            <a:r>
              <a:rPr sz="1900" spc="-55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тексту</a:t>
            </a:r>
            <a:endParaRPr sz="1900">
              <a:latin typeface="Microsoft Sans Serif"/>
              <a:cs typeface="Microsoft Sans Serif"/>
            </a:endParaRPr>
          </a:p>
          <a:p>
            <a:pPr marL="661035" marR="663575" indent="-52705" algn="ctr">
              <a:lnSpc>
                <a:spcPct val="394700"/>
              </a:lnSpc>
              <a:spcBef>
                <a:spcPts val="75"/>
              </a:spcBef>
            </a:pPr>
            <a:r>
              <a:rPr sz="1900" spc="35" dirty="0">
                <a:latin typeface="Microsoft Sans Serif"/>
                <a:cs typeface="Microsoft Sans Serif"/>
              </a:rPr>
              <a:t>мінімальна </a:t>
            </a:r>
            <a:r>
              <a:rPr sz="1900" spc="50" dirty="0">
                <a:latin typeface="Microsoft Sans Serif"/>
                <a:cs typeface="Microsoft Sans Serif"/>
              </a:rPr>
              <a:t>обмежений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1900" dirty="0">
                <a:latin typeface="Microsoft Sans Serif"/>
                <a:cs typeface="Microsoft Sans Serif"/>
              </a:rPr>
              <a:t>Сухий</a:t>
            </a:r>
            <a:r>
              <a:rPr sz="1900" spc="100" dirty="0">
                <a:latin typeface="Microsoft Sans Serif"/>
                <a:cs typeface="Microsoft Sans Serif"/>
              </a:rPr>
              <a:t> </a:t>
            </a:r>
            <a:r>
              <a:rPr sz="1900" spc="45" dirty="0">
                <a:latin typeface="Microsoft Sans Serif"/>
                <a:cs typeface="Microsoft Sans Serif"/>
              </a:rPr>
              <a:t>мінімалістичний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471170" marR="387985" indent="-76200">
              <a:lnSpc>
                <a:spcPct val="115100"/>
              </a:lnSpc>
            </a:pPr>
            <a:r>
              <a:rPr sz="1900" dirty="0">
                <a:latin typeface="Microsoft Sans Serif"/>
                <a:cs typeface="Microsoft Sans Serif"/>
              </a:rPr>
              <a:t>баг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з</a:t>
            </a:r>
            <a:r>
              <a:rPr sz="1900" spc="20" dirty="0">
                <a:latin typeface="Microsoft Sans Serif"/>
                <a:cs typeface="Microsoft Sans Serif"/>
              </a:rPr>
              <a:t> </a:t>
            </a:r>
            <a:r>
              <a:rPr sz="1900" spc="60" dirty="0">
                <a:latin typeface="Microsoft Sans Serif"/>
                <a:cs typeface="Microsoft Sans Serif"/>
              </a:rPr>
              <a:t>останньою </a:t>
            </a:r>
            <a:r>
              <a:rPr sz="1900" dirty="0">
                <a:latin typeface="Microsoft Sans Serif"/>
                <a:cs typeface="Microsoft Sans Serif"/>
              </a:rPr>
              <a:t>пустою</a:t>
            </a:r>
            <a:r>
              <a:rPr sz="1900" spc="275" dirty="0">
                <a:latin typeface="Microsoft Sans Serif"/>
                <a:cs typeface="Microsoft Sans Serif"/>
              </a:rPr>
              <a:t> </a:t>
            </a:r>
            <a:r>
              <a:rPr sz="1900" spc="45" dirty="0">
                <a:latin typeface="Microsoft Sans Serif"/>
                <a:cs typeface="Microsoft Sans Serif"/>
              </a:rPr>
              <a:t>картою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489417" y="3146839"/>
            <a:ext cx="2207260" cy="600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500" b="1" spc="-10" dirty="0">
                <a:latin typeface="Arial"/>
                <a:cs typeface="Arial"/>
              </a:rPr>
              <a:t>BrainBurst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500">
              <a:latin typeface="Arial"/>
              <a:cs typeface="Arial"/>
            </a:endParaRPr>
          </a:p>
          <a:p>
            <a:pPr marL="52705" algn="ctr">
              <a:lnSpc>
                <a:spcPct val="115100"/>
              </a:lnSpc>
            </a:pPr>
            <a:r>
              <a:rPr sz="1900" dirty="0">
                <a:latin typeface="Microsoft Sans Serif"/>
                <a:cs typeface="Microsoft Sans Serif"/>
              </a:rPr>
              <a:t>з</a:t>
            </a:r>
            <a:r>
              <a:rPr sz="1900" spc="-35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тексту,</a:t>
            </a:r>
            <a:r>
              <a:rPr sz="1900" spc="-35" dirty="0">
                <a:latin typeface="Microsoft Sans Serif"/>
                <a:cs typeface="Microsoft Sans Serif"/>
              </a:rPr>
              <a:t> </a:t>
            </a:r>
            <a:r>
              <a:rPr sz="1900" spc="65" dirty="0">
                <a:latin typeface="Microsoft Sans Serif"/>
                <a:cs typeface="Microsoft Sans Serif"/>
              </a:rPr>
              <a:t>вручну</a:t>
            </a:r>
            <a:r>
              <a:rPr sz="1900" spc="-30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і</a:t>
            </a:r>
            <a:r>
              <a:rPr sz="1900" spc="-35" dirty="0">
                <a:latin typeface="Microsoft Sans Serif"/>
                <a:cs typeface="Microsoft Sans Serif"/>
              </a:rPr>
              <a:t> </a:t>
            </a:r>
            <a:r>
              <a:rPr sz="1900" spc="-50" dirty="0">
                <a:latin typeface="Microsoft Sans Serif"/>
                <a:cs typeface="Microsoft Sans Serif"/>
              </a:rPr>
              <a:t>з </a:t>
            </a:r>
            <a:r>
              <a:rPr sz="1900" spc="-10" dirty="0">
                <a:latin typeface="Microsoft Sans Serif"/>
                <a:cs typeface="Microsoft Sans Serif"/>
              </a:rPr>
              <a:t>файлів(можливо)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312420" marR="252095" algn="ctr">
              <a:lnSpc>
                <a:spcPct val="115100"/>
              </a:lnSpc>
            </a:pPr>
            <a:r>
              <a:rPr sz="1900" dirty="0">
                <a:latin typeface="Microsoft Sans Serif"/>
                <a:cs typeface="Microsoft Sans Serif"/>
              </a:rPr>
              <a:t>бали+ліги</a:t>
            </a:r>
            <a:r>
              <a:rPr sz="1900" spc="330" dirty="0">
                <a:latin typeface="Microsoft Sans Serif"/>
                <a:cs typeface="Microsoft Sans Serif"/>
              </a:rPr>
              <a:t> </a:t>
            </a:r>
            <a:r>
              <a:rPr sz="1900" spc="-25" dirty="0">
                <a:latin typeface="Microsoft Sans Serif"/>
                <a:cs typeface="Microsoft Sans Serif"/>
              </a:rPr>
              <a:t>для </a:t>
            </a:r>
            <a:r>
              <a:rPr sz="1900" spc="-10" dirty="0">
                <a:latin typeface="Microsoft Sans Serif"/>
                <a:cs typeface="Microsoft Sans Serif"/>
              </a:rPr>
              <a:t>змагань</a:t>
            </a:r>
            <a:endParaRPr sz="1900">
              <a:latin typeface="Microsoft Sans Serif"/>
              <a:cs typeface="Microsoft Sans Serif"/>
            </a:endParaRPr>
          </a:p>
          <a:p>
            <a:pPr marL="260985" marR="200660" algn="ctr">
              <a:lnSpc>
                <a:spcPts val="7709"/>
              </a:lnSpc>
              <a:spcBef>
                <a:spcPts val="1105"/>
              </a:spcBef>
            </a:pPr>
            <a:r>
              <a:rPr sz="1900" spc="105" dirty="0">
                <a:latin typeface="Microsoft Sans Serif"/>
                <a:cs typeface="Microsoft Sans Serif"/>
              </a:rPr>
              <a:t>повний</a:t>
            </a:r>
            <a:r>
              <a:rPr sz="1900" spc="5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доступ </a:t>
            </a:r>
            <a:r>
              <a:rPr sz="1900" spc="40" dirty="0">
                <a:latin typeface="Microsoft Sans Serif"/>
                <a:cs typeface="Microsoft Sans Serif"/>
              </a:rPr>
              <a:t>сучасний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85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56515" algn="ctr">
              <a:lnSpc>
                <a:spcPct val="115100"/>
              </a:lnSpc>
              <a:spcBef>
                <a:spcPts val="5"/>
              </a:spcBef>
            </a:pPr>
            <a:r>
              <a:rPr sz="1900" spc="60" dirty="0">
                <a:latin typeface="Microsoft Sans Serif"/>
                <a:cs typeface="Microsoft Sans Serif"/>
              </a:rPr>
              <a:t>в</a:t>
            </a:r>
            <a:r>
              <a:rPr sz="1900" spc="35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нас</a:t>
            </a:r>
            <a:r>
              <a:rPr sz="1900" spc="35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надіємся</a:t>
            </a:r>
            <a:r>
              <a:rPr sz="1900" spc="40" dirty="0">
                <a:latin typeface="Microsoft Sans Serif"/>
                <a:cs typeface="Microsoft Sans Serif"/>
              </a:rPr>
              <a:t> </a:t>
            </a:r>
            <a:r>
              <a:rPr sz="1900" spc="-25" dirty="0">
                <a:latin typeface="Microsoft Sans Serif"/>
                <a:cs typeface="Microsoft Sans Serif"/>
              </a:rPr>
              <a:t>все </a:t>
            </a:r>
            <a:r>
              <a:rPr sz="1900" dirty="0">
                <a:latin typeface="Microsoft Sans Serif"/>
                <a:cs typeface="Microsoft Sans Serif"/>
              </a:rPr>
              <a:t>буде</a:t>
            </a:r>
            <a:r>
              <a:rPr sz="1900" spc="-2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добре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67483" y="2700083"/>
            <a:ext cx="11210290" cy="6873875"/>
          </a:xfrm>
          <a:custGeom>
            <a:avLst/>
            <a:gdLst/>
            <a:ahLst/>
            <a:cxnLst/>
            <a:rect l="l" t="t" r="r" b="b"/>
            <a:pathLst>
              <a:path w="11210290" h="6873875">
                <a:moveTo>
                  <a:pt x="19049" y="19049"/>
                </a:moveTo>
                <a:lnTo>
                  <a:pt x="19049" y="6854499"/>
                </a:lnTo>
              </a:path>
              <a:path w="11210290" h="6873875">
                <a:moveTo>
                  <a:pt x="2697783" y="19049"/>
                </a:moveTo>
                <a:lnTo>
                  <a:pt x="2697783" y="6854499"/>
                </a:lnTo>
              </a:path>
              <a:path w="11210290" h="6873875">
                <a:moveTo>
                  <a:pt x="5376516" y="19049"/>
                </a:moveTo>
                <a:lnTo>
                  <a:pt x="5376516" y="6854499"/>
                </a:lnTo>
              </a:path>
              <a:path w="11210290" h="6873875">
                <a:moveTo>
                  <a:pt x="8512383" y="19049"/>
                </a:moveTo>
                <a:lnTo>
                  <a:pt x="8512383" y="6854499"/>
                </a:lnTo>
              </a:path>
              <a:path w="11210290" h="6873875">
                <a:moveTo>
                  <a:pt x="11191117" y="19049"/>
                </a:moveTo>
                <a:lnTo>
                  <a:pt x="11191117" y="6854499"/>
                </a:lnTo>
              </a:path>
              <a:path w="11210290" h="6873875">
                <a:moveTo>
                  <a:pt x="0" y="0"/>
                </a:moveTo>
                <a:lnTo>
                  <a:pt x="11210167" y="0"/>
                </a:lnTo>
              </a:path>
              <a:path w="11210290" h="6873875">
                <a:moveTo>
                  <a:pt x="0" y="1131725"/>
                </a:moveTo>
                <a:lnTo>
                  <a:pt x="11210167" y="1131725"/>
                </a:lnTo>
              </a:path>
              <a:path w="11210290" h="6873875">
                <a:moveTo>
                  <a:pt x="0" y="2284250"/>
                </a:moveTo>
                <a:lnTo>
                  <a:pt x="11210167" y="2284250"/>
                </a:lnTo>
              </a:path>
              <a:path w="11210290" h="6873875">
                <a:moveTo>
                  <a:pt x="0" y="3436774"/>
                </a:moveTo>
                <a:lnTo>
                  <a:pt x="11210167" y="3436774"/>
                </a:lnTo>
              </a:path>
              <a:path w="11210290" h="6873875">
                <a:moveTo>
                  <a:pt x="0" y="4568500"/>
                </a:moveTo>
                <a:lnTo>
                  <a:pt x="11210167" y="4568500"/>
                </a:lnTo>
              </a:path>
              <a:path w="11210290" h="6873875">
                <a:moveTo>
                  <a:pt x="0" y="5387649"/>
                </a:moveTo>
                <a:lnTo>
                  <a:pt x="11210167" y="5387649"/>
                </a:lnTo>
              </a:path>
              <a:path w="11210290" h="6873875">
                <a:moveTo>
                  <a:pt x="0" y="6873549"/>
                </a:moveTo>
                <a:lnTo>
                  <a:pt x="11210167" y="687354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65" dirty="0"/>
              <a:t>КОНКУРЕНТИ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49274" y="1918315"/>
            <a:ext cx="7759700" cy="140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50" spc="-45" dirty="0"/>
              <a:t>ФУНКЦІОНАЛ</a:t>
            </a:r>
            <a:endParaRPr sz="9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9251" y="4707509"/>
            <a:ext cx="100065" cy="1000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9251" y="5232855"/>
            <a:ext cx="100065" cy="1000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9251" y="5758201"/>
            <a:ext cx="100065" cy="1000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9251" y="6808892"/>
            <a:ext cx="100065" cy="1000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382319" y="4382904"/>
            <a:ext cx="12168505" cy="3177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86585" marR="1878964" algn="ctr">
              <a:lnSpc>
                <a:spcPct val="116900"/>
              </a:lnSpc>
              <a:spcBef>
                <a:spcPts val="90"/>
              </a:spcBef>
            </a:pP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Інтерактивні</a:t>
            </a:r>
            <a:r>
              <a:rPr sz="2950" spc="-9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картки</a:t>
            </a:r>
            <a:r>
              <a:rPr sz="2950" spc="-9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для</a:t>
            </a:r>
            <a:r>
              <a:rPr sz="2950" spc="-9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spc="110" dirty="0">
                <a:solidFill>
                  <a:srgbClr val="61654D"/>
                </a:solidFill>
                <a:latin typeface="Lucida Sans Unicode"/>
                <a:cs typeface="Lucida Sans Unicode"/>
              </a:rPr>
              <a:t>вивчення</a:t>
            </a:r>
            <a:r>
              <a:rPr sz="2950" spc="-9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матеріалу </a:t>
            </a:r>
            <a:r>
              <a:rPr sz="2950" spc="-50" dirty="0">
                <a:solidFill>
                  <a:srgbClr val="61654D"/>
                </a:solidFill>
                <a:latin typeface="Lucida Sans Unicode"/>
                <a:cs typeface="Lucida Sans Unicode"/>
              </a:rPr>
              <a:t>Тести</a:t>
            </a:r>
            <a:r>
              <a:rPr sz="2950" spc="-13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по</a:t>
            </a:r>
            <a:r>
              <a:rPr sz="2950" spc="-13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spc="75" dirty="0">
                <a:solidFill>
                  <a:srgbClr val="61654D"/>
                </a:solidFill>
                <a:latin typeface="Lucida Sans Unicode"/>
                <a:cs typeface="Lucida Sans Unicode"/>
              </a:rPr>
              <a:t>вивченому</a:t>
            </a:r>
            <a:r>
              <a:rPr sz="2950" spc="-12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матеріалу</a:t>
            </a:r>
            <a:endParaRPr sz="29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Можливість</a:t>
            </a:r>
            <a:r>
              <a:rPr sz="2950" spc="-4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створювати</a:t>
            </a:r>
            <a:r>
              <a:rPr sz="2950" spc="-4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spc="-170" dirty="0">
                <a:solidFill>
                  <a:srgbClr val="61654D"/>
                </a:solidFill>
                <a:latin typeface="Lucida Sans Unicode"/>
                <a:cs typeface="Lucida Sans Unicode"/>
              </a:rPr>
              <a:t>їх</a:t>
            </a:r>
            <a:r>
              <a:rPr sz="2950" spc="-4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вручну</a:t>
            </a:r>
            <a:r>
              <a:rPr sz="3100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r>
              <a:rPr sz="3100" spc="215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імпортувати</a:t>
            </a:r>
            <a:r>
              <a:rPr sz="2950" spc="-4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з</a:t>
            </a:r>
            <a:r>
              <a:rPr sz="2950" spc="-4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spc="-25" dirty="0">
                <a:solidFill>
                  <a:srgbClr val="61654D"/>
                </a:solidFill>
                <a:latin typeface="Lucida Sans Unicode"/>
                <a:cs typeface="Lucida Sans Unicode"/>
              </a:rPr>
              <a:t>тексту</a:t>
            </a:r>
            <a:r>
              <a:rPr sz="2950" spc="-4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та</a:t>
            </a:r>
            <a:r>
              <a:rPr sz="2950" spc="-4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файлу</a:t>
            </a:r>
            <a:endParaRPr sz="29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3100" spc="-10" dirty="0">
                <a:solidFill>
                  <a:srgbClr val="61654D"/>
                </a:solidFill>
                <a:latin typeface="Arial MT"/>
                <a:cs typeface="Arial MT"/>
              </a:rPr>
              <a:t>(</a:t>
            </a:r>
            <a:r>
              <a:rPr sz="29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можливо</a:t>
            </a:r>
            <a:r>
              <a:rPr sz="3100" spc="-10" dirty="0">
                <a:solidFill>
                  <a:srgbClr val="61654D"/>
                </a:solidFill>
                <a:latin typeface="Arial MT"/>
                <a:cs typeface="Arial MT"/>
              </a:rPr>
              <a:t>)</a:t>
            </a:r>
            <a:endParaRPr sz="3100">
              <a:latin typeface="Arial MT"/>
              <a:cs typeface="Arial MT"/>
            </a:endParaRPr>
          </a:p>
          <a:p>
            <a:pPr marL="936625" marR="929005" algn="ctr">
              <a:lnSpc>
                <a:spcPts val="4140"/>
              </a:lnSpc>
              <a:spcBef>
                <a:spcPts val="70"/>
              </a:spcBef>
            </a:pP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Система</a:t>
            </a:r>
            <a:r>
              <a:rPr sz="2950" spc="-15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нарахування</a:t>
            </a:r>
            <a:r>
              <a:rPr sz="2950" spc="-15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балів</a:t>
            </a:r>
            <a:r>
              <a:rPr sz="3100" dirty="0">
                <a:solidFill>
                  <a:srgbClr val="61654D"/>
                </a:solidFill>
                <a:latin typeface="Arial MT"/>
                <a:cs typeface="Arial MT"/>
              </a:rPr>
              <a:t>,</a:t>
            </a:r>
            <a:r>
              <a:rPr sz="3100" spc="80" dirty="0">
                <a:solidFill>
                  <a:srgbClr val="61654D"/>
                </a:solidFill>
                <a:latin typeface="Arial MT"/>
                <a:cs typeface="Arial MT"/>
              </a:rPr>
              <a:t> </a:t>
            </a:r>
            <a:r>
              <a:rPr sz="2950" spc="-50" dirty="0">
                <a:solidFill>
                  <a:srgbClr val="61654D"/>
                </a:solidFill>
                <a:latin typeface="Lucida Sans Unicode"/>
                <a:cs typeface="Lucida Sans Unicode"/>
              </a:rPr>
              <a:t>ліги</a:t>
            </a:r>
            <a:r>
              <a:rPr sz="2950" spc="-15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для</a:t>
            </a:r>
            <a:r>
              <a:rPr sz="2950" spc="-15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spc="45" dirty="0">
                <a:solidFill>
                  <a:srgbClr val="61654D"/>
                </a:solidFill>
                <a:latin typeface="Lucida Sans Unicode"/>
                <a:cs typeface="Lucida Sans Unicode"/>
              </a:rPr>
              <a:t>змагань</a:t>
            </a:r>
            <a:r>
              <a:rPr sz="2950" spc="-15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з</a:t>
            </a:r>
            <a:r>
              <a:rPr sz="2950" spc="-155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іншими </a:t>
            </a:r>
            <a:r>
              <a:rPr sz="2950" dirty="0">
                <a:solidFill>
                  <a:srgbClr val="61654D"/>
                </a:solidFill>
                <a:latin typeface="Lucida Sans Unicode"/>
                <a:cs typeface="Lucida Sans Unicode"/>
              </a:rPr>
              <a:t>учасниками</a:t>
            </a:r>
            <a:r>
              <a:rPr sz="2950" spc="300" dirty="0">
                <a:solidFill>
                  <a:srgbClr val="61654D"/>
                </a:solidFill>
                <a:latin typeface="Lucida Sans Unicode"/>
                <a:cs typeface="Lucida Sans Unicode"/>
              </a:rPr>
              <a:t> </a:t>
            </a:r>
            <a:r>
              <a:rPr sz="2950" spc="-10" dirty="0">
                <a:solidFill>
                  <a:srgbClr val="61654D"/>
                </a:solidFill>
                <a:latin typeface="Lucida Sans Unicode"/>
                <a:cs typeface="Lucida Sans Unicode"/>
              </a:rPr>
              <a:t>платформи</a:t>
            </a:r>
            <a:endParaRPr sz="2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3324" y="301917"/>
            <a:ext cx="12773024" cy="96869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287</Words>
  <Application>Microsoft Office PowerPoint</Application>
  <PresentationFormat>Довільний</PresentationFormat>
  <Paragraphs>91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Arial MT</vt:lpstr>
      <vt:lpstr>Lucida Sans Unicode</vt:lpstr>
      <vt:lpstr>Microsoft Sans Serif</vt:lpstr>
      <vt:lpstr>Office Theme</vt:lpstr>
      <vt:lpstr>BRAINBURST</vt:lpstr>
      <vt:lpstr>TEAM PROJECT</vt:lpstr>
      <vt:lpstr>ІДЕЯ ТА ЦІЛІ</vt:lpstr>
      <vt:lpstr>АКТУАЛЬНІСТЬ</vt:lpstr>
      <vt:lpstr>КОНКУРЕНТИ</vt:lpstr>
      <vt:lpstr>ФУНКЦІОНАЛ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BrainBurst</dc:title>
  <dc:creator>Володимир Бішко</dc:creator>
  <cp:keywords>DAGzEd3WasQ,BAGR4inH8Ww,0</cp:keywords>
  <cp:lastModifiedBy>Бутвинник Юрій</cp:lastModifiedBy>
  <cp:revision>2</cp:revision>
  <dcterms:created xsi:type="dcterms:W3CDTF">2026-04-02T13:50:19Z</dcterms:created>
  <dcterms:modified xsi:type="dcterms:W3CDTF">2026-04-02T13:58:06Z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2026-04-02T00:00:00Z</vt:filetime>
  </property>
  <property fmtid="{D5CDD505-2E9C-101B-9397-08002B2CF9AE}" pid="5" name="Producer">
    <vt:lpwstr>Canva</vt:lpwstr>
  </property>
</Properties>
</file>